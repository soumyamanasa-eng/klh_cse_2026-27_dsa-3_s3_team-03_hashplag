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60" r:id="rId1"/>
  </p:sldMasterIdLst>
  <p:notesMasterIdLst>
    <p:notesMasterId r:id="rId10"/>
  </p:notesMasterIdLst>
  <p:sldIdLst>
    <p:sldId id="256" r:id="rId2"/>
    <p:sldId id="257" r:id="rId3"/>
    <p:sldId id="258" r:id="rId4"/>
    <p:sldId id="260" r:id="rId5"/>
    <p:sldId id="263" r:id="rId6"/>
    <p:sldId id="261" r:id="rId7"/>
    <p:sldId id="264" r:id="rId8"/>
    <p:sldId id="262"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0860726-85B1-4D3F-8C31-F2073CEACB84}" v="34" dt="2026-08-24T08:26:02.62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966" autoAdjust="0"/>
    <p:restoredTop sz="94660"/>
  </p:normalViewPr>
  <p:slideViewPr>
    <p:cSldViewPr snapToGrid="0">
      <p:cViewPr>
        <p:scale>
          <a:sx n="76" d="100"/>
          <a:sy n="76" d="100"/>
        </p:scale>
        <p:origin x="36" y="2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6"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5" Type="http://schemas.microsoft.com/office/2016/11/relationships/changesInfo" Target="changesInfos/changesInfo1.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urga vara Prasad Raju Namburi" userId="1b6db2e35bef8e7b" providerId="LiveId" clId="{0CA74268-08C3-4900-8634-35A04B677187}"/>
    <pc:docChg chg="undo custSel addSld delSld modSld sldOrd modMainMaster">
      <pc:chgData name="Durga vara Prasad Raju Namburi" userId="1b6db2e35bef8e7b" providerId="LiveId" clId="{0CA74268-08C3-4900-8634-35A04B677187}" dt="2026-08-24T08:25:32.405" v="1390" actId="14100"/>
      <pc:docMkLst>
        <pc:docMk/>
      </pc:docMkLst>
      <pc:sldChg chg="addSp delSp modSp mod modClrScheme chgLayout">
        <pc:chgData name="Durga vara Prasad Raju Namburi" userId="1b6db2e35bef8e7b" providerId="LiveId" clId="{0CA74268-08C3-4900-8634-35A04B677187}" dt="2026-08-24T08:25:32.405" v="1390" actId="14100"/>
        <pc:sldMkLst>
          <pc:docMk/>
          <pc:sldMk cId="2322485283" sldId="256"/>
        </pc:sldMkLst>
        <pc:spChg chg="mod ord">
          <ac:chgData name="Durga vara Prasad Raju Namburi" userId="1b6db2e35bef8e7b" providerId="LiveId" clId="{0CA74268-08C3-4900-8634-35A04B677187}" dt="2026-08-24T08:25:32.405" v="1390" actId="14100"/>
          <ac:spMkLst>
            <pc:docMk/>
            <pc:sldMk cId="2322485283" sldId="256"/>
            <ac:spMk id="2" creationId="{2A28CE79-E41D-A656-0140-18FB8A703544}"/>
          </ac:spMkLst>
        </pc:spChg>
        <pc:spChg chg="mod ord">
          <ac:chgData name="Durga vara Prasad Raju Namburi" userId="1b6db2e35bef8e7b" providerId="LiveId" clId="{0CA74268-08C3-4900-8634-35A04B677187}" dt="2026-08-20T05:48:53.204" v="1317"/>
          <ac:spMkLst>
            <pc:docMk/>
            <pc:sldMk cId="2322485283" sldId="256"/>
            <ac:spMk id="3" creationId="{A3723939-7B60-C729-03CA-4B4D5825D7EA}"/>
          </ac:spMkLst>
        </pc:spChg>
        <pc:spChg chg="add del mod">
          <ac:chgData name="Durga vara Prasad Raju Namburi" userId="1b6db2e35bef8e7b" providerId="LiveId" clId="{0CA74268-08C3-4900-8634-35A04B677187}" dt="2026-08-24T08:13:36.752" v="1380" actId="1076"/>
          <ac:spMkLst>
            <pc:docMk/>
            <pc:sldMk cId="2322485283" sldId="256"/>
            <ac:spMk id="4" creationId="{5AFB3CF2-2797-25CB-536B-66B7076EC3DA}"/>
          </ac:spMkLst>
        </pc:spChg>
        <pc:spChg chg="add del mod">
          <ac:chgData name="Durga vara Prasad Raju Namburi" userId="1b6db2e35bef8e7b" providerId="LiveId" clId="{0CA74268-08C3-4900-8634-35A04B677187}" dt="2026-08-24T08:01:06.176" v="1346"/>
          <ac:spMkLst>
            <pc:docMk/>
            <pc:sldMk cId="2322485283" sldId="256"/>
            <ac:spMk id="5" creationId="{1CCEC649-612C-C087-B7BB-E6BE8F6A5FCA}"/>
          </ac:spMkLst>
        </pc:spChg>
      </pc:sldChg>
      <pc:sldChg chg="modSp mod ord">
        <pc:chgData name="Durga vara Prasad Raju Namburi" userId="1b6db2e35bef8e7b" providerId="LiveId" clId="{0CA74268-08C3-4900-8634-35A04B677187}" dt="2026-08-20T05:49:50.120" v="1321" actId="14100"/>
        <pc:sldMkLst>
          <pc:docMk/>
          <pc:sldMk cId="1126696959" sldId="257"/>
        </pc:sldMkLst>
        <pc:spChg chg="mod">
          <ac:chgData name="Durga vara Prasad Raju Namburi" userId="1b6db2e35bef8e7b" providerId="LiveId" clId="{0CA74268-08C3-4900-8634-35A04B677187}" dt="2026-08-20T05:28:34.100" v="1097" actId="113"/>
          <ac:spMkLst>
            <pc:docMk/>
            <pc:sldMk cId="1126696959" sldId="257"/>
            <ac:spMk id="2" creationId="{67C2BDF4-B09A-03AF-D1C4-FBEA257099E3}"/>
          </ac:spMkLst>
        </pc:spChg>
        <pc:spChg chg="mod">
          <ac:chgData name="Durga vara Prasad Raju Namburi" userId="1b6db2e35bef8e7b" providerId="LiveId" clId="{0CA74268-08C3-4900-8634-35A04B677187}" dt="2026-08-20T05:49:50.120" v="1321" actId="14100"/>
          <ac:spMkLst>
            <pc:docMk/>
            <pc:sldMk cId="1126696959" sldId="257"/>
            <ac:spMk id="4" creationId="{BA6C5C76-A111-5350-8ED7-E459FC85A01F}"/>
          </ac:spMkLst>
        </pc:spChg>
      </pc:sldChg>
      <pc:sldChg chg="addSp delSp modSp mod ord">
        <pc:chgData name="Durga vara Prasad Raju Namburi" userId="1b6db2e35bef8e7b" providerId="LiveId" clId="{0CA74268-08C3-4900-8634-35A04B677187}" dt="2026-08-24T08:14:26.495" v="1381" actId="1076"/>
        <pc:sldMkLst>
          <pc:docMk/>
          <pc:sldMk cId="2373719663" sldId="258"/>
        </pc:sldMkLst>
        <pc:spChg chg="mod">
          <ac:chgData name="Durga vara Prasad Raju Namburi" userId="1b6db2e35bef8e7b" providerId="LiveId" clId="{0CA74268-08C3-4900-8634-35A04B677187}" dt="2026-08-24T08:14:26.495" v="1381" actId="1076"/>
          <ac:spMkLst>
            <pc:docMk/>
            <pc:sldMk cId="2373719663" sldId="258"/>
            <ac:spMk id="2" creationId="{B83EA337-22E9-B8A2-C9FA-DBEA18B1491D}"/>
          </ac:spMkLst>
        </pc:spChg>
        <pc:spChg chg="add del mod">
          <ac:chgData name="Durga vara Prasad Raju Namburi" userId="1b6db2e35bef8e7b" providerId="LiveId" clId="{0CA74268-08C3-4900-8634-35A04B677187}" dt="2026-08-24T08:05:29.076" v="1352"/>
          <ac:spMkLst>
            <pc:docMk/>
            <pc:sldMk cId="2373719663" sldId="258"/>
            <ac:spMk id="3" creationId="{52B9E6A5-AC20-1A8C-9AA9-EDAFEEB97D69}"/>
          </ac:spMkLst>
        </pc:spChg>
        <pc:spChg chg="mod">
          <ac:chgData name="Durga vara Prasad Raju Namburi" userId="1b6db2e35bef8e7b" providerId="LiveId" clId="{0CA74268-08C3-4900-8634-35A04B677187}" dt="2026-08-20T05:50:11.672" v="1324" actId="14100"/>
          <ac:spMkLst>
            <pc:docMk/>
            <pc:sldMk cId="2373719663" sldId="258"/>
            <ac:spMk id="4" creationId="{E04A410F-5569-C641-6208-321B1A90956A}"/>
          </ac:spMkLst>
        </pc:spChg>
        <pc:spChg chg="add del mod">
          <ac:chgData name="Durga vara Prasad Raju Namburi" userId="1b6db2e35bef8e7b" providerId="LiveId" clId="{0CA74268-08C3-4900-8634-35A04B677187}" dt="2026-08-24T08:06:07.030" v="1360" actId="478"/>
          <ac:spMkLst>
            <pc:docMk/>
            <pc:sldMk cId="2373719663" sldId="258"/>
            <ac:spMk id="5" creationId="{3DAA3CCA-4D6D-2C5E-E092-5BC4F5ED4E11}"/>
          </ac:spMkLst>
        </pc:spChg>
      </pc:sldChg>
      <pc:sldChg chg="modSp mod">
        <pc:chgData name="Durga vara Prasad Raju Namburi" userId="1b6db2e35bef8e7b" providerId="LiveId" clId="{0CA74268-08C3-4900-8634-35A04B677187}" dt="2026-08-20T05:32:59.902" v="1172" actId="403"/>
        <pc:sldMkLst>
          <pc:docMk/>
          <pc:sldMk cId="703050368" sldId="260"/>
        </pc:sldMkLst>
        <pc:spChg chg="mod">
          <ac:chgData name="Durga vara Prasad Raju Namburi" userId="1b6db2e35bef8e7b" providerId="LiveId" clId="{0CA74268-08C3-4900-8634-35A04B677187}" dt="2026-08-20T05:08:11.651" v="17" actId="27636"/>
          <ac:spMkLst>
            <pc:docMk/>
            <pc:sldMk cId="703050368" sldId="260"/>
            <ac:spMk id="2" creationId="{BB54ADB5-841B-E517-0006-C3347604C42A}"/>
          </ac:spMkLst>
        </pc:spChg>
        <pc:spChg chg="mod">
          <ac:chgData name="Durga vara Prasad Raju Namburi" userId="1b6db2e35bef8e7b" providerId="LiveId" clId="{0CA74268-08C3-4900-8634-35A04B677187}" dt="2026-08-20T05:32:59.902" v="1172" actId="403"/>
          <ac:spMkLst>
            <pc:docMk/>
            <pc:sldMk cId="703050368" sldId="260"/>
            <ac:spMk id="4" creationId="{A18241D1-C009-DC33-CA8B-538D9A2820F6}"/>
          </ac:spMkLst>
        </pc:spChg>
      </pc:sldChg>
      <pc:sldChg chg="modSp mod">
        <pc:chgData name="Durga vara Prasad Raju Namburi" userId="1b6db2e35bef8e7b" providerId="LiveId" clId="{0CA74268-08C3-4900-8634-35A04B677187}" dt="2026-08-24T08:13:29.329" v="1379" actId="20578"/>
        <pc:sldMkLst>
          <pc:docMk/>
          <pc:sldMk cId="2247191163" sldId="261"/>
        </pc:sldMkLst>
        <pc:spChg chg="mod">
          <ac:chgData name="Durga vara Prasad Raju Namburi" userId="1b6db2e35bef8e7b" providerId="LiveId" clId="{0CA74268-08C3-4900-8634-35A04B677187}" dt="2026-08-20T05:33:22.120" v="1177" actId="20577"/>
          <ac:spMkLst>
            <pc:docMk/>
            <pc:sldMk cId="2247191163" sldId="261"/>
            <ac:spMk id="2" creationId="{3D1AE53F-BDAC-A8B4-E61A-0FA76A7A8A09}"/>
          </ac:spMkLst>
        </pc:spChg>
        <pc:spChg chg="mod">
          <ac:chgData name="Durga vara Prasad Raju Namburi" userId="1b6db2e35bef8e7b" providerId="LiveId" clId="{0CA74268-08C3-4900-8634-35A04B677187}" dt="2026-08-24T08:13:29.329" v="1379" actId="20578"/>
          <ac:spMkLst>
            <pc:docMk/>
            <pc:sldMk cId="2247191163" sldId="261"/>
            <ac:spMk id="4" creationId="{07D35F08-0AAA-55E7-6AAF-BF8C6DF42BD9}"/>
          </ac:spMkLst>
        </pc:spChg>
      </pc:sldChg>
      <pc:sldChg chg="modSp add del mod">
        <pc:chgData name="Durga vara Prasad Raju Namburi" userId="1b6db2e35bef8e7b" providerId="LiveId" clId="{0CA74268-08C3-4900-8634-35A04B677187}" dt="2026-08-20T05:55:25.276" v="1338" actId="403"/>
        <pc:sldMkLst>
          <pc:docMk/>
          <pc:sldMk cId="402851888" sldId="262"/>
        </pc:sldMkLst>
        <pc:spChg chg="mod">
          <ac:chgData name="Durga vara Prasad Raju Namburi" userId="1b6db2e35bef8e7b" providerId="LiveId" clId="{0CA74268-08C3-4900-8634-35A04B677187}" dt="2026-08-20T05:37:31.840" v="1198" actId="1076"/>
          <ac:spMkLst>
            <pc:docMk/>
            <pc:sldMk cId="402851888" sldId="262"/>
            <ac:spMk id="2" creationId="{E27A5D7B-ABC4-2485-A6BC-3F321962601E}"/>
          </ac:spMkLst>
        </pc:spChg>
        <pc:spChg chg="mod">
          <ac:chgData name="Durga vara Prasad Raju Namburi" userId="1b6db2e35bef8e7b" providerId="LiveId" clId="{0CA74268-08C3-4900-8634-35A04B677187}" dt="2026-08-20T05:55:25.276" v="1338" actId="403"/>
          <ac:spMkLst>
            <pc:docMk/>
            <pc:sldMk cId="402851888" sldId="262"/>
            <ac:spMk id="4" creationId="{2326DF4F-052E-7BBF-9259-7E9E88F20824}"/>
          </ac:spMkLst>
        </pc:spChg>
      </pc:sldChg>
      <pc:sldChg chg="addSp delSp modSp add mod">
        <pc:chgData name="Durga vara Prasad Raju Namburi" userId="1b6db2e35bef8e7b" providerId="LiveId" clId="{0CA74268-08C3-4900-8634-35A04B677187}" dt="2026-08-20T05:33:06.847" v="1173" actId="403"/>
        <pc:sldMkLst>
          <pc:docMk/>
          <pc:sldMk cId="3088253040" sldId="263"/>
        </pc:sldMkLst>
        <pc:spChg chg="mod">
          <ac:chgData name="Durga vara Prasad Raju Namburi" userId="1b6db2e35bef8e7b" providerId="LiveId" clId="{0CA74268-08C3-4900-8634-35A04B677187}" dt="2026-08-20T05:33:06.847" v="1173" actId="403"/>
          <ac:spMkLst>
            <pc:docMk/>
            <pc:sldMk cId="3088253040" sldId="263"/>
            <ac:spMk id="4" creationId="{296227A9-134A-33CE-E1AA-A633847DF4CE}"/>
          </ac:spMkLst>
        </pc:spChg>
      </pc:sldChg>
      <pc:sldChg chg="addSp delSp modSp add mod ord modClrScheme chgLayout">
        <pc:chgData name="Durga vara Prasad Raju Namburi" userId="1b6db2e35bef8e7b" providerId="LiveId" clId="{0CA74268-08C3-4900-8634-35A04B677187}" dt="2026-08-20T05:42:56.071" v="1259" actId="1076"/>
        <pc:sldMkLst>
          <pc:docMk/>
          <pc:sldMk cId="518147887" sldId="264"/>
        </pc:sldMkLst>
        <pc:spChg chg="mod ord">
          <ac:chgData name="Durga vara Prasad Raju Namburi" userId="1b6db2e35bef8e7b" providerId="LiveId" clId="{0CA74268-08C3-4900-8634-35A04B677187}" dt="2026-08-20T05:42:15.240" v="1244" actId="20577"/>
          <ac:spMkLst>
            <pc:docMk/>
            <pc:sldMk cId="518147887" sldId="264"/>
            <ac:spMk id="2" creationId="{EDD4135D-C97A-3C04-F135-3D12E2E678B7}"/>
          </ac:spMkLst>
        </pc:spChg>
        <pc:picChg chg="add mod">
          <ac:chgData name="Durga vara Prasad Raju Namburi" userId="1b6db2e35bef8e7b" providerId="LiveId" clId="{0CA74268-08C3-4900-8634-35A04B677187}" dt="2026-08-20T05:42:54.921" v="1258" actId="1076"/>
          <ac:picMkLst>
            <pc:docMk/>
            <pc:sldMk cId="518147887" sldId="264"/>
            <ac:picMk id="9" creationId="{249B1AF0-9D1F-8A64-1CD6-7C1ECEF268C0}"/>
          </ac:picMkLst>
        </pc:picChg>
        <pc:picChg chg="add mod">
          <ac:chgData name="Durga vara Prasad Raju Namburi" userId="1b6db2e35bef8e7b" providerId="LiveId" clId="{0CA74268-08C3-4900-8634-35A04B677187}" dt="2026-08-20T05:42:56.071" v="1259" actId="1076"/>
          <ac:picMkLst>
            <pc:docMk/>
            <pc:sldMk cId="518147887" sldId="264"/>
            <ac:picMk id="10" creationId="{C4EED29C-8048-5348-3890-2CC4C400E133}"/>
          </ac:picMkLst>
        </pc:picChg>
      </pc:sldChg>
      <pc:sldMasterChg chg="modSldLayout">
        <pc:chgData name="Durga vara Prasad Raju Namburi" userId="1b6db2e35bef8e7b" providerId="LiveId" clId="{0CA74268-08C3-4900-8634-35A04B677187}" dt="2026-08-20T05:08:11.449" v="13"/>
        <pc:sldMasterMkLst>
          <pc:docMk/>
          <pc:sldMasterMk cId="3534612501" sldId="2147483660"/>
        </pc:sldMasterMkLst>
        <pc:sldLayoutChg chg="delSp">
          <pc:chgData name="Durga vara Prasad Raju Namburi" userId="1b6db2e35bef8e7b" providerId="LiveId" clId="{0CA74268-08C3-4900-8634-35A04B677187}" dt="2026-08-20T05:08:11.449" v="13"/>
          <pc:sldLayoutMkLst>
            <pc:docMk/>
            <pc:sldMasterMk cId="3534612501" sldId="2147483660"/>
            <pc:sldLayoutMk cId="3399302002" sldId="2147483688"/>
          </pc:sldLayoutMkLst>
        </pc:sldLayoutChg>
        <pc:sldLayoutChg chg="delSp">
          <pc:chgData name="Durga vara Prasad Raju Namburi" userId="1b6db2e35bef8e7b" providerId="LiveId" clId="{0CA74268-08C3-4900-8634-35A04B677187}" dt="2026-08-20T05:08:11.449" v="13"/>
          <pc:sldLayoutMkLst>
            <pc:docMk/>
            <pc:sldMasterMk cId="3534612501" sldId="2147483660"/>
            <pc:sldLayoutMk cId="2311287483" sldId="2147483689"/>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6250A6-243D-4E3A-B54C-F2E26195DB80}" type="datetimeFigureOut">
              <a:rPr lang="en-IN" smtClean="0"/>
              <a:t>24-08-2026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E5BD1FB-B1AF-49D9-B502-A3273D744402}" type="slidenum">
              <a:rPr lang="en-IN" smtClean="0"/>
              <a:t>‹#›</a:t>
            </a:fld>
            <a:endParaRPr lang="en-IN"/>
          </a:p>
        </p:txBody>
      </p:sp>
    </p:spTree>
    <p:extLst>
      <p:ext uri="{BB962C8B-B14F-4D97-AF65-F5344CB8AC3E}">
        <p14:creationId xmlns:p14="http://schemas.microsoft.com/office/powerpoint/2010/main" val="30036711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5E5BD1FB-B1AF-49D9-B502-A3273D744402}" type="slidenum">
              <a:rPr lang="en-IN" smtClean="0"/>
              <a:t>3</a:t>
            </a:fld>
            <a:endParaRPr lang="en-IN"/>
          </a:p>
        </p:txBody>
      </p:sp>
    </p:spTree>
    <p:extLst>
      <p:ext uri="{BB962C8B-B14F-4D97-AF65-F5344CB8AC3E}">
        <p14:creationId xmlns:p14="http://schemas.microsoft.com/office/powerpoint/2010/main" val="2404706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5D9305-C12D-D0C2-84D0-1F3AE2585B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247518-B218-D9B7-D137-9338BE3C7650}"/>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7780F2C-8B1E-5186-43A0-3710714275B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44084DC-EBAB-337D-AE61-363C0B864D7A}"/>
              </a:ext>
            </a:extLst>
          </p:cNvPr>
          <p:cNvSpPr>
            <a:spLocks noGrp="1"/>
          </p:cNvSpPr>
          <p:nvPr>
            <p:ph type="sldNum" sz="quarter" idx="5"/>
          </p:nvPr>
        </p:nvSpPr>
        <p:spPr/>
        <p:txBody>
          <a:bodyPr/>
          <a:lstStyle/>
          <a:p>
            <a:fld id="{5E5BD1FB-B1AF-49D9-B502-A3273D744402}" type="slidenum">
              <a:rPr lang="en-IN" smtClean="0"/>
              <a:t>4</a:t>
            </a:fld>
            <a:endParaRPr lang="en-IN"/>
          </a:p>
        </p:txBody>
      </p:sp>
    </p:spTree>
    <p:extLst>
      <p:ext uri="{BB962C8B-B14F-4D97-AF65-F5344CB8AC3E}">
        <p14:creationId xmlns:p14="http://schemas.microsoft.com/office/powerpoint/2010/main" val="2580078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C9A4B-0A96-5ADF-AF3A-1F55E8250C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3D2967-1480-3FF9-7E88-511C58B15E41}"/>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D4D306C-3143-619C-5B67-1E8C229C9E6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B445F81-EE9E-DE2D-A0AD-D4D58957E655}"/>
              </a:ext>
            </a:extLst>
          </p:cNvPr>
          <p:cNvSpPr>
            <a:spLocks noGrp="1"/>
          </p:cNvSpPr>
          <p:nvPr>
            <p:ph type="sldNum" sz="quarter" idx="5"/>
          </p:nvPr>
        </p:nvSpPr>
        <p:spPr/>
        <p:txBody>
          <a:bodyPr/>
          <a:lstStyle/>
          <a:p>
            <a:fld id="{5E5BD1FB-B1AF-49D9-B502-A3273D744402}" type="slidenum">
              <a:rPr lang="en-IN" smtClean="0"/>
              <a:t>5</a:t>
            </a:fld>
            <a:endParaRPr lang="en-IN"/>
          </a:p>
        </p:txBody>
      </p:sp>
    </p:spTree>
    <p:extLst>
      <p:ext uri="{BB962C8B-B14F-4D97-AF65-F5344CB8AC3E}">
        <p14:creationId xmlns:p14="http://schemas.microsoft.com/office/powerpoint/2010/main" val="3696260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C951FA-E77C-E84C-8B26-1D89AA85675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59B279-D808-65A0-F27C-77841BFEC99D}"/>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0E921CD-A7EE-AE51-F6CF-92CCBC43985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4D62090-BF0B-7CE6-8807-271855274662}"/>
              </a:ext>
            </a:extLst>
          </p:cNvPr>
          <p:cNvSpPr>
            <a:spLocks noGrp="1"/>
          </p:cNvSpPr>
          <p:nvPr>
            <p:ph type="sldNum" sz="quarter" idx="5"/>
          </p:nvPr>
        </p:nvSpPr>
        <p:spPr/>
        <p:txBody>
          <a:bodyPr/>
          <a:lstStyle/>
          <a:p>
            <a:fld id="{5E5BD1FB-B1AF-49D9-B502-A3273D744402}" type="slidenum">
              <a:rPr lang="en-IN" smtClean="0"/>
              <a:t>6</a:t>
            </a:fld>
            <a:endParaRPr lang="en-IN"/>
          </a:p>
        </p:txBody>
      </p:sp>
    </p:spTree>
    <p:extLst>
      <p:ext uri="{BB962C8B-B14F-4D97-AF65-F5344CB8AC3E}">
        <p14:creationId xmlns:p14="http://schemas.microsoft.com/office/powerpoint/2010/main" val="168051683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7C688D-ED7F-9F5C-0032-661B7F143F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373C71-A313-CDAE-5A04-D9C3DAF75FBB}"/>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14D0FCDC-9744-6335-B5B0-F00AB7DAA61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259E777-66D8-689E-0C13-75538BBDD89E}"/>
              </a:ext>
            </a:extLst>
          </p:cNvPr>
          <p:cNvSpPr>
            <a:spLocks noGrp="1"/>
          </p:cNvSpPr>
          <p:nvPr>
            <p:ph type="sldNum" sz="quarter" idx="5"/>
          </p:nvPr>
        </p:nvSpPr>
        <p:spPr/>
        <p:txBody>
          <a:bodyPr/>
          <a:lstStyle/>
          <a:p>
            <a:fld id="{5E5BD1FB-B1AF-49D9-B502-A3273D744402}" type="slidenum">
              <a:rPr lang="en-IN" smtClean="0"/>
              <a:t>7</a:t>
            </a:fld>
            <a:endParaRPr lang="en-IN"/>
          </a:p>
        </p:txBody>
      </p:sp>
    </p:spTree>
    <p:extLst>
      <p:ext uri="{BB962C8B-B14F-4D97-AF65-F5344CB8AC3E}">
        <p14:creationId xmlns:p14="http://schemas.microsoft.com/office/powerpoint/2010/main" val="21029610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4F93B9-B902-66D7-549D-AA3AB303B9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951F02-1E1E-832B-3004-D9E90782B19A}"/>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41BD34DC-F023-0A86-24A6-A41DFE77F60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CD7947F-CDC9-12CC-162C-D80DC66488F6}"/>
              </a:ext>
            </a:extLst>
          </p:cNvPr>
          <p:cNvSpPr>
            <a:spLocks noGrp="1"/>
          </p:cNvSpPr>
          <p:nvPr>
            <p:ph type="sldNum" sz="quarter" idx="5"/>
          </p:nvPr>
        </p:nvSpPr>
        <p:spPr/>
        <p:txBody>
          <a:bodyPr/>
          <a:lstStyle/>
          <a:p>
            <a:fld id="{5E5BD1FB-B1AF-49D9-B502-A3273D744402}" type="slidenum">
              <a:rPr lang="en-IN" smtClean="0"/>
              <a:t>8</a:t>
            </a:fld>
            <a:endParaRPr lang="en-IN"/>
          </a:p>
        </p:txBody>
      </p:sp>
    </p:spTree>
    <p:extLst>
      <p:ext uri="{BB962C8B-B14F-4D97-AF65-F5344CB8AC3E}">
        <p14:creationId xmlns:p14="http://schemas.microsoft.com/office/powerpoint/2010/main" val="406944603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Title with Picture">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DEC014E-32E8-BC91-190E-85B3C74C9203}"/>
              </a:ext>
            </a:extLst>
          </p:cNvPr>
          <p:cNvSpPr>
            <a:spLocks noGrp="1"/>
          </p:cNvSpPr>
          <p:nvPr>
            <p:ph type="title"/>
          </p:nvPr>
        </p:nvSpPr>
        <p:spPr>
          <a:xfrm>
            <a:off x="6857998" y="964075"/>
            <a:ext cx="4654297" cy="3739896"/>
          </a:xfrm>
        </p:spPr>
        <p:txBody>
          <a:body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858000" y="4822842"/>
            <a:ext cx="4206240" cy="1380744"/>
          </a:xfrm>
        </p:spPr>
        <p:txBody>
          <a:bodyPr anchor="t" anchorCtr="0">
            <a:normAutofit/>
          </a:bodyPr>
          <a:lstStyle>
            <a:lvl1pPr marL="0" indent="0" algn="l">
              <a:buNone/>
              <a:defRPr sz="20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3" name="Footer Placeholder 12">
            <a:extLst>
              <a:ext uri="{FF2B5EF4-FFF2-40B4-BE49-F238E27FC236}">
                <a16:creationId xmlns:a16="http://schemas.microsoft.com/office/drawing/2014/main" id="{B2603722-CE80-C718-39E9-BB79F1F68C31}"/>
              </a:ext>
            </a:extLst>
          </p:cNvPr>
          <p:cNvSpPr>
            <a:spLocks noGrp="1"/>
          </p:cNvSpPr>
          <p:nvPr>
            <p:ph type="ftr" sz="quarter" idx="15"/>
          </p:nvPr>
        </p:nvSpPr>
        <p:spPr/>
        <p:txBody>
          <a:bodyPr/>
          <a:lstStyle>
            <a:lvl1pPr>
              <a:defRPr>
                <a:solidFill>
                  <a:schemeClr val="tx1"/>
                </a:solidFill>
              </a:defRPr>
            </a:lvl1pPr>
          </a:lstStyle>
          <a:p>
            <a:r>
              <a:rPr lang="en-US"/>
              <a:t>
              </a:t>
            </a:r>
            <a:endParaRPr lang="en-US" dirty="0"/>
          </a:p>
        </p:txBody>
      </p:sp>
      <p:sp>
        <p:nvSpPr>
          <p:cNvPr id="10" name="Picture Placeholder 9">
            <a:extLst>
              <a:ext uri="{FF2B5EF4-FFF2-40B4-BE49-F238E27FC236}">
                <a16:creationId xmlns:a16="http://schemas.microsoft.com/office/drawing/2014/main" id="{884C280F-E753-FE97-A722-F86168AC97B1}"/>
              </a:ext>
            </a:extLst>
          </p:cNvPr>
          <p:cNvSpPr>
            <a:spLocks noGrp="1"/>
          </p:cNvSpPr>
          <p:nvPr>
            <p:ph type="pic" sz="quarter" idx="13" hasCustomPrompt="1"/>
          </p:nvPr>
        </p:nvSpPr>
        <p:spPr>
          <a:xfrm>
            <a:off x="841248" y="964074"/>
            <a:ext cx="5403280" cy="5258929"/>
          </a:xfrm>
          <a:custGeom>
            <a:avLst/>
            <a:gdLst>
              <a:gd name="connsiteX0" fmla="*/ 2701640 w 5403280"/>
              <a:gd name="connsiteY0" fmla="*/ 0 h 5258929"/>
              <a:gd name="connsiteX1" fmla="*/ 5403280 w 5403280"/>
              <a:gd name="connsiteY1" fmla="*/ 2701640 h 5258929"/>
              <a:gd name="connsiteX2" fmla="*/ 5403280 w 5403280"/>
              <a:gd name="connsiteY2" fmla="*/ 5258929 h 5258929"/>
              <a:gd name="connsiteX3" fmla="*/ 0 w 5403280"/>
              <a:gd name="connsiteY3" fmla="*/ 5258929 h 5258929"/>
              <a:gd name="connsiteX4" fmla="*/ 0 w 5403280"/>
              <a:gd name="connsiteY4" fmla="*/ 2701640 h 5258929"/>
              <a:gd name="connsiteX5" fmla="*/ 2701640 w 5403280"/>
              <a:gd name="connsiteY5" fmla="*/ 0 h 5258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403280" h="5258929">
                <a:moveTo>
                  <a:pt x="2701640" y="0"/>
                </a:moveTo>
                <a:cubicBezTo>
                  <a:pt x="4193715" y="0"/>
                  <a:pt x="5403280" y="1209565"/>
                  <a:pt x="5403280" y="2701640"/>
                </a:cubicBezTo>
                <a:lnTo>
                  <a:pt x="5403280" y="5258929"/>
                </a:lnTo>
                <a:lnTo>
                  <a:pt x="0" y="5258929"/>
                </a:lnTo>
                <a:lnTo>
                  <a:pt x="0" y="2701640"/>
                </a:lnTo>
                <a:cubicBezTo>
                  <a:pt x="0" y="1209565"/>
                  <a:pt x="1209565" y="0"/>
                  <a:pt x="2701640" y="0"/>
                </a:cubicBezTo>
                <a:close/>
              </a:path>
            </a:pathLst>
          </a:custGeom>
          <a:blipFill>
            <a:blip r:embed="rId2">
              <a:alphaModFix amt="70000"/>
              <a:extLst>
                <a:ext uri="{28A0092B-C50C-407E-A947-70E740481C1C}">
                  <a14:useLocalDpi xmlns:a14="http://schemas.microsoft.com/office/drawing/2010/main" val="0"/>
                </a:ext>
              </a:extLst>
            </a:blip>
            <a:stretch>
              <a:fillRect/>
            </a:stretch>
          </a:blipFill>
          <a:ln w="6350">
            <a:noFill/>
          </a:ln>
        </p:spPr>
        <p:txBody>
          <a:bodyPr wrap="square">
            <a:noAutofit/>
          </a:bodyPr>
          <a:lstStyle>
            <a:lvl1pPr>
              <a:defRPr>
                <a:solidFill>
                  <a:schemeClr val="tx1"/>
                </a:solidFill>
              </a:defRPr>
            </a:lvl1pPr>
          </a:lstStyle>
          <a:p>
            <a:r>
              <a:rPr lang="en-US"/>
              <a:t> </a:t>
            </a:r>
          </a:p>
        </p:txBody>
      </p:sp>
      <p:sp>
        <p:nvSpPr>
          <p:cNvPr id="4" name="Date Placeholder 3">
            <a:extLst>
              <a:ext uri="{FF2B5EF4-FFF2-40B4-BE49-F238E27FC236}">
                <a16:creationId xmlns:a16="http://schemas.microsoft.com/office/drawing/2014/main" id="{EE117A08-C834-F239-A3DF-2D1295F0AE4C}"/>
              </a:ext>
            </a:extLst>
          </p:cNvPr>
          <p:cNvSpPr>
            <a:spLocks noGrp="1"/>
          </p:cNvSpPr>
          <p:nvPr>
            <p:ph type="dt" sz="half" idx="10"/>
          </p:nvPr>
        </p:nvSpPr>
        <p:spPr>
          <a:xfrm rot="5400000">
            <a:off x="10425981" y="4687095"/>
            <a:ext cx="2706690" cy="365125"/>
          </a:xfrm>
        </p:spPr>
        <p:txBody>
          <a:bodyPr/>
          <a:lstStyle/>
          <a:p>
            <a:fld id="{3CBC1C18-307B-4F68-A007-B5B542270E8D}" type="datetimeFigureOut">
              <a:rPr lang="en-US" smtClean="0"/>
              <a:t>8/24/2026</a:t>
            </a:fld>
            <a:endParaRPr lang="en-US" dirty="0"/>
          </a:p>
        </p:txBody>
      </p:sp>
      <p:sp>
        <p:nvSpPr>
          <p:cNvPr id="14" name="Slide Number Placeholder 13">
            <a:extLst>
              <a:ext uri="{FF2B5EF4-FFF2-40B4-BE49-F238E27FC236}">
                <a16:creationId xmlns:a16="http://schemas.microsoft.com/office/drawing/2014/main" id="{7E80C6A5-61FE-078D-49D9-31BD1294014C}"/>
              </a:ext>
            </a:extLst>
          </p:cNvPr>
          <p:cNvSpPr>
            <a:spLocks noGrp="1"/>
          </p:cNvSpPr>
          <p:nvPr>
            <p:ph type="sldNum" sz="quarter" idx="16"/>
          </p:nvPr>
        </p:nvSpPr>
        <p:spPr/>
        <p:txBody>
          <a:bodyPr/>
          <a:lstStyle>
            <a:lvl1pPr>
              <a:defRPr>
                <a:solidFill>
                  <a:schemeClr val="tx1"/>
                </a:solidFill>
              </a:defRPr>
            </a:lvl1p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495270517"/>
      </p:ext>
    </p:extLst>
  </p:cSld>
  <p:clrMapOvr>
    <a:masterClrMapping/>
  </p:clrMapOvr>
  <p:hf sldNum="0" hdr="0" ftr="0" dt="0"/>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p:cSld name="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E6C4595-90D4-94E6-CEBA-82807457D2BE}"/>
              </a:ext>
            </a:extLst>
          </p:cNvPr>
          <p:cNvSpPr>
            <a:spLocks noGrp="1"/>
          </p:cNvSpPr>
          <p:nvPr>
            <p:ph type="title"/>
          </p:nvPr>
        </p:nvSpPr>
        <p:spPr>
          <a:xfrm>
            <a:off x="731520" y="365760"/>
            <a:ext cx="10741152" cy="1132258"/>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a:t>
              </a:t>
            </a:r>
            <a:endParaRPr lang="en-US" dirty="0"/>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731520" y="1658679"/>
            <a:ext cx="10780776" cy="4925000"/>
          </a:xfrm>
        </p:spPr>
        <p:txBody>
          <a:bodyPr>
            <a:normAutofit/>
          </a:bodyPr>
          <a:lstStyle>
            <a:lvl1pPr>
              <a:defRPr sz="1800">
                <a:solidFill>
                  <a:schemeClr val="tx1"/>
                </a:solidFill>
              </a:defRPr>
            </a:lvl1pPr>
            <a:lvl2pPr>
              <a:defRPr sz="1600">
                <a:solidFill>
                  <a:schemeClr val="tx1"/>
                </a:solidFill>
              </a:defRPr>
            </a:lvl2pPr>
            <a:lvl3pPr>
              <a:defRPr sz="1400">
                <a:solidFill>
                  <a:schemeClr val="tx1"/>
                </a:solidFill>
              </a:defRPr>
            </a:lvl3pPr>
            <a:lvl4pPr>
              <a:defRPr sz="1200">
                <a:solidFill>
                  <a:schemeClr val="tx1"/>
                </a:solidFill>
              </a:defRPr>
            </a:lvl4pPr>
            <a:lvl5pPr>
              <a:defRPr sz="1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3CBC1C18-307B-4F68-A007-B5B542270E8D}" type="datetimeFigureOut">
              <a:rPr lang="en-US" smtClean="0"/>
              <a:t>8/24/2026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547665511"/>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Title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09600" y="5218032"/>
            <a:ext cx="10972800" cy="786384"/>
          </a:xfrm>
        </p:spPr>
        <p:txBody>
          <a:bodyPr anchor="b">
            <a:normAutofit/>
          </a:bodyPr>
          <a:lstStyle>
            <a:lvl1pPr algn="ctr">
              <a:defRPr sz="4400">
                <a:solidFill>
                  <a:schemeClr val="tx1"/>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09600" y="5972629"/>
            <a:ext cx="10972800" cy="480373"/>
          </a:xfrm>
        </p:spPr>
        <p:txBody>
          <a:bodyPr anchor="t">
            <a:normAutofit/>
          </a:bodyPr>
          <a:lstStyle>
            <a:lvl1pPr marL="0" indent="0" algn="ctr">
              <a:buNone/>
              <a:defRPr sz="20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hasCustomPrompt="1"/>
          </p:nvPr>
        </p:nvSpPr>
        <p:spPr>
          <a:xfrm>
            <a:off x="0" y="0"/>
            <a:ext cx="12191999" cy="4986425"/>
          </a:xfrm>
          <a:blipFill>
            <a:blip r:embed="rId2">
              <a:alphaModFix amt="70000"/>
              <a:extLst>
                <a:ext uri="{28A0092B-C50C-407E-A947-70E740481C1C}">
                  <a14:useLocalDpi xmlns:a14="http://schemas.microsoft.com/office/drawing/2010/main" val="0"/>
                </a:ext>
              </a:extLst>
            </a:blip>
            <a:stretch>
              <a:fillRect/>
            </a:stretch>
          </a:blipFill>
        </p:spPr>
        <p:txBody>
          <a:bodyPr/>
          <a:lstStyle>
            <a:lvl1pPr>
              <a:defRPr>
                <a:solidFill>
                  <a:schemeClr val="tx1"/>
                </a:solidFill>
              </a:defRPr>
            </a:lvl1pPr>
          </a:lstStyle>
          <a:p>
            <a:r>
              <a:rPr lang="en-US" dirty="0"/>
              <a:t> </a:t>
            </a:r>
          </a:p>
        </p:txBody>
      </p:sp>
      <p:sp>
        <p:nvSpPr>
          <p:cNvPr id="6" name="Footer Placeholder 5">
            <a:extLst>
              <a:ext uri="{FF2B5EF4-FFF2-40B4-BE49-F238E27FC236}">
                <a16:creationId xmlns:a16="http://schemas.microsoft.com/office/drawing/2014/main" id="{8C88BD73-E6AB-68A9-F41B-313E0C44777C}"/>
              </a:ext>
            </a:extLst>
          </p:cNvPr>
          <p:cNvSpPr>
            <a:spLocks noGrp="1"/>
          </p:cNvSpPr>
          <p:nvPr>
            <p:ph type="ftr" sz="quarter" idx="15"/>
          </p:nvPr>
        </p:nvSpPr>
        <p:spPr>
          <a:xfrm rot="16200000">
            <a:off x="-396119" y="5787191"/>
            <a:ext cx="1503444" cy="365125"/>
          </a:xfrm>
        </p:spPr>
        <p:txBody>
          <a:bodyPr/>
          <a:lstStyle/>
          <a:p>
            <a:r>
              <a:rPr lang="en-US"/>
              <a:t>
              </a:t>
            </a:r>
            <a:endParaRPr lang="en-US" dirty="0"/>
          </a:p>
        </p:txBody>
      </p:sp>
      <p:sp>
        <p:nvSpPr>
          <p:cNvPr id="5" name="Date Placeholder 4">
            <a:extLst>
              <a:ext uri="{FF2B5EF4-FFF2-40B4-BE49-F238E27FC236}">
                <a16:creationId xmlns:a16="http://schemas.microsoft.com/office/drawing/2014/main" id="{BEAA6162-61A3-2C41-311C-F407FC4B4DA9}"/>
              </a:ext>
            </a:extLst>
          </p:cNvPr>
          <p:cNvSpPr>
            <a:spLocks noGrp="1"/>
          </p:cNvSpPr>
          <p:nvPr>
            <p:ph type="dt" sz="half" idx="14"/>
          </p:nvPr>
        </p:nvSpPr>
        <p:spPr/>
        <p:txBody>
          <a:bodyPr/>
          <a:lstStyle/>
          <a:p>
            <a:fld id="{3CBC1C18-307B-4F68-A007-B5B542270E8D}" type="datetimeFigureOut">
              <a:rPr lang="en-US" smtClean="0"/>
              <a:t>8/24/2026</a:t>
            </a:fld>
            <a:endParaRPr lang="en-US" dirty="0"/>
          </a:p>
        </p:txBody>
      </p:sp>
      <p:cxnSp>
        <p:nvCxnSpPr>
          <p:cNvPr id="4" name="Straight Connector 3">
            <a:extLst>
              <a:ext uri="{FF2B5EF4-FFF2-40B4-BE49-F238E27FC236}">
                <a16:creationId xmlns:a16="http://schemas.microsoft.com/office/drawing/2014/main" id="{1DABF624-39B6-C7A2-98E7-26593626B429}"/>
              </a:ext>
              <a:ext uri="{C183D7F6-B498-43B3-948B-1728B52AA6E4}">
                <adec:decorative xmlns:adec="http://schemas.microsoft.com/office/drawing/2017/decorative" val="1"/>
              </a:ext>
            </a:extLst>
          </p:cNvPr>
          <p:cNvCxnSpPr>
            <a:cxnSpLocks/>
          </p:cNvCxnSpPr>
          <p:nvPr/>
        </p:nvCxnSpPr>
        <p:spPr>
          <a:xfrm flipH="1">
            <a:off x="4" y="4989940"/>
            <a:ext cx="12191996"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Slide Number Placeholder 6">
            <a:extLst>
              <a:ext uri="{FF2B5EF4-FFF2-40B4-BE49-F238E27FC236}">
                <a16:creationId xmlns:a16="http://schemas.microsoft.com/office/drawing/2014/main" id="{BE6B102F-64E7-9387-1F8F-DB4AC825773A}"/>
              </a:ext>
            </a:extLst>
          </p:cNvPr>
          <p:cNvSpPr>
            <a:spLocks noGrp="1"/>
          </p:cNvSpPr>
          <p:nvPr>
            <p:ph type="sldNum" sz="quarter" idx="16"/>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79999359"/>
      </p:ext>
    </p:extLst>
  </p:cSld>
  <p:clrMapOvr>
    <a:masterClrMapping/>
  </p:clrMapOvr>
  <p:hf sldNum="0" hdr="0" ftr="0" dt="0"/>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p:cSld name="Title">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CE84C31D-CC85-27E5-FD9F-627C926D5A22}"/>
              </a:ext>
            </a:extLst>
          </p:cNvPr>
          <p:cNvSpPr>
            <a:spLocks noGrp="1"/>
          </p:cNvSpPr>
          <p:nvPr>
            <p:ph type="title"/>
          </p:nvPr>
        </p:nvSpPr>
        <p:spPr>
          <a:xfrm>
            <a:off x="838200" y="2578608"/>
            <a:ext cx="7879335" cy="3592629"/>
          </a:xfrm>
        </p:spPr>
        <p:txBody>
          <a:bodyPr>
            <a:normAutofit/>
          </a:bodyPr>
          <a:lstStyle>
            <a:lvl1pPr>
              <a:defRPr sz="6000"/>
            </a:lvl1pPr>
          </a:lstStyle>
          <a:p>
            <a:r>
              <a:rPr lang="en-US"/>
              <a:t>Click to edit Master title style</a:t>
            </a:r>
          </a:p>
        </p:txBody>
      </p:sp>
      <p:cxnSp>
        <p:nvCxnSpPr>
          <p:cNvPr id="7" name="Straight Connector 6">
            <a:extLst>
              <a:ext uri="{FF2B5EF4-FFF2-40B4-BE49-F238E27FC236}">
                <a16:creationId xmlns:a16="http://schemas.microsoft.com/office/drawing/2014/main" id="{A10B934F-7AD0-6CA4-BC4D-9CC30854BF9C}"/>
              </a:ext>
              <a:ext uri="{C183D7F6-B498-43B3-948B-1728B52AA6E4}">
                <adec:decorative xmlns:adec="http://schemas.microsoft.com/office/drawing/2017/decorative" val="1"/>
              </a:ext>
            </a:extLst>
          </p:cNvPr>
          <p:cNvCxnSpPr>
            <a:cxnSpLocks/>
          </p:cNvCxnSpPr>
          <p:nvPr/>
        </p:nvCxnSpPr>
        <p:spPr>
          <a:xfrm flipH="1">
            <a:off x="4" y="1714500"/>
            <a:ext cx="12191996"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17FF6486-38AE-54F6-E2F3-8B944C3F1B94}"/>
              </a:ext>
            </a:extLst>
          </p:cNvPr>
          <p:cNvSpPr>
            <a:spLocks noGrp="1"/>
          </p:cNvSpPr>
          <p:nvPr>
            <p:ph type="ftr" sz="quarter" idx="11"/>
          </p:nvPr>
        </p:nvSpPr>
        <p:spPr/>
        <p:txBody>
          <a:bodyPr/>
          <a:lstStyle/>
          <a:p>
            <a:r>
              <a:rPr lang="en-US"/>
              <a:t>
              </a:t>
            </a:r>
            <a:endParaRPr lang="en-US" dirty="0"/>
          </a:p>
        </p:txBody>
      </p:sp>
      <p:sp>
        <p:nvSpPr>
          <p:cNvPr id="16" name="Text Placeholder 15">
            <a:extLst>
              <a:ext uri="{FF2B5EF4-FFF2-40B4-BE49-F238E27FC236}">
                <a16:creationId xmlns:a16="http://schemas.microsoft.com/office/drawing/2014/main" id="{341BD916-71AE-106E-105D-01655950FC48}"/>
              </a:ext>
            </a:extLst>
          </p:cNvPr>
          <p:cNvSpPr>
            <a:spLocks noGrp="1"/>
          </p:cNvSpPr>
          <p:nvPr>
            <p:ph type="body" sz="quarter" idx="15"/>
          </p:nvPr>
        </p:nvSpPr>
        <p:spPr>
          <a:xfrm>
            <a:off x="3987800" y="368300"/>
            <a:ext cx="7375525" cy="1014413"/>
          </a:xfrm>
        </p:spPr>
        <p:txBody>
          <a:bodyPr anchor="ctr">
            <a:normAutofit/>
          </a:bodyPr>
          <a:lstStyle>
            <a:lvl1pPr algn="r">
              <a:defRPr sz="2000"/>
            </a:lvl1pPr>
          </a:lstStyle>
          <a:p>
            <a:pPr lvl="0"/>
            <a:r>
              <a:rPr lang="en-US"/>
              <a:t>Click to edit Master text styles</a:t>
            </a:r>
          </a:p>
        </p:txBody>
      </p:sp>
      <p:sp>
        <p:nvSpPr>
          <p:cNvPr id="4" name="Date Placeholder 3">
            <a:extLst>
              <a:ext uri="{FF2B5EF4-FFF2-40B4-BE49-F238E27FC236}">
                <a16:creationId xmlns:a16="http://schemas.microsoft.com/office/drawing/2014/main" id="{68FD0054-227E-4953-9BB1-7141F90243F6}"/>
              </a:ext>
            </a:extLst>
          </p:cNvPr>
          <p:cNvSpPr>
            <a:spLocks noGrp="1"/>
          </p:cNvSpPr>
          <p:nvPr>
            <p:ph type="dt" sz="half" idx="10"/>
          </p:nvPr>
        </p:nvSpPr>
        <p:spPr/>
        <p:txBody>
          <a:bodyPr/>
          <a:lstStyle/>
          <a:p>
            <a:fld id="{3CBC1C18-307B-4F68-A007-B5B542270E8D}" type="datetimeFigureOut">
              <a:rPr lang="en-US" smtClean="0"/>
              <a:t>8/24/2026</a:t>
            </a:fld>
            <a:endParaRPr lang="en-US" dirty="0"/>
          </a:p>
        </p:txBody>
      </p:sp>
      <p:sp>
        <p:nvSpPr>
          <p:cNvPr id="6" name="Slide Number Placeholder 5">
            <a:extLst>
              <a:ext uri="{FF2B5EF4-FFF2-40B4-BE49-F238E27FC236}">
                <a16:creationId xmlns:a16="http://schemas.microsoft.com/office/drawing/2014/main" id="{8542E0F1-15E9-E241-9959-A6D46B69EE92}"/>
              </a:ext>
            </a:extLst>
          </p:cNvPr>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710946077"/>
      </p:ext>
    </p:extLst>
  </p:cSld>
  <p:clrMapOvr>
    <a:masterClrMapping/>
  </p:clrMapOvr>
  <p:hf sldNum="0" hdr="0" ftr="0" dt="0"/>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p:cSld name="Section Header">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5842852-3CDE-22AD-D5F0-AAF8279A0910}"/>
              </a:ext>
            </a:extLst>
          </p:cNvPr>
          <p:cNvSpPr>
            <a:spLocks noGrp="1"/>
          </p:cNvSpPr>
          <p:nvPr>
            <p:ph type="title"/>
          </p:nvPr>
        </p:nvSpPr>
        <p:spPr>
          <a:xfrm>
            <a:off x="838200" y="859536"/>
            <a:ext cx="9546336" cy="3675885"/>
          </a:xfrm>
        </p:spPr>
        <p:txBody>
          <a:bodyPr anchor="t">
            <a:normAutofit/>
          </a:bodyPr>
          <a:lstStyle>
            <a:lvl1pPr>
              <a:defRPr sz="6000"/>
            </a:lvl1pPr>
          </a:lstStyle>
          <a:p>
            <a:r>
              <a:rPr lang="en-US"/>
              <a:t>Click to edit Master title style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1"/>
                </a:solidFill>
              </a:defRPr>
            </a:lvl1pPr>
          </a:lstStyle>
          <a:p>
            <a:r>
              <a:rPr lang="en-US"/>
              <a:t>
              </a:t>
            </a:r>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1"/>
                </a:solidFill>
              </a:defRPr>
            </a:lvl1pPr>
          </a:lstStyle>
          <a:p>
            <a:fld id="{3CBC1C18-307B-4F68-A007-B5B542270E8D}" type="datetimeFigureOut">
              <a:rPr lang="en-US" smtClean="0"/>
              <a:t>8/24/2026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1"/>
                </a:solidFill>
              </a:defRPr>
            </a:lvl1pPr>
          </a:lstStyle>
          <a:p>
            <a:fld id="{6D22F896-40B5-4ADD-8801-0D06FADFA095}" type="slidenum">
              <a:rPr lang="en-US" smtClean="0"/>
              <a:pPr/>
              <a:t>‹#›</a:t>
            </a:fld>
            <a:endParaRPr lang="en-US" dirty="0"/>
          </a:p>
        </p:txBody>
      </p:sp>
      <p:cxnSp>
        <p:nvCxnSpPr>
          <p:cNvPr id="7" name="Straight Connector 6">
            <a:extLst>
              <a:ext uri="{FF2B5EF4-FFF2-40B4-BE49-F238E27FC236}">
                <a16:creationId xmlns:a16="http://schemas.microsoft.com/office/drawing/2014/main" id="{C4D523C5-E38D-F0DE-48C0-B6B8404B63BF}"/>
              </a:ext>
              <a:ext uri="{C183D7F6-B498-43B3-948B-1728B52AA6E4}">
                <adec:decorative xmlns:adec="http://schemas.microsoft.com/office/drawing/2017/decorative" val="1"/>
              </a:ext>
            </a:extLst>
          </p:cNvPr>
          <p:cNvCxnSpPr>
            <a:cxnSpLocks/>
          </p:cNvCxnSpPr>
          <p:nvPr/>
        </p:nvCxnSpPr>
        <p:spPr>
          <a:xfrm flipH="1">
            <a:off x="4" y="5143500"/>
            <a:ext cx="12191996"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32180363"/>
      </p:ext>
    </p:extLst>
  </p:cSld>
  <p:clrMapOvr>
    <a:masterClrMapping/>
  </p:clrMapOvr>
  <p:hf sldNum="0" hdr="0" ftr="0" dt="0"/>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p:cSld name="Agenda">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C4EF7E11-76D4-64FA-465B-165405450121}"/>
              </a:ext>
            </a:extLst>
          </p:cNvPr>
          <p:cNvSpPr>
            <a:spLocks noGrp="1"/>
          </p:cNvSpPr>
          <p:nvPr>
            <p:ph type="title"/>
          </p:nvPr>
        </p:nvSpPr>
        <p:spPr>
          <a:xfrm>
            <a:off x="1285947" y="1296083"/>
            <a:ext cx="4353325" cy="4265835"/>
          </a:xfrm>
          <a:custGeom>
            <a:avLst/>
            <a:gdLst>
              <a:gd name="connsiteX0" fmla="*/ 2176663 w 4353325"/>
              <a:gd name="connsiteY0" fmla="*/ 0 h 4265835"/>
              <a:gd name="connsiteX1" fmla="*/ 4353325 w 4353325"/>
              <a:gd name="connsiteY1" fmla="*/ 2176662 h 4265835"/>
              <a:gd name="connsiteX2" fmla="*/ 4353325 w 4353325"/>
              <a:gd name="connsiteY2" fmla="*/ 2712923 h 4265835"/>
              <a:gd name="connsiteX3" fmla="*/ 4353325 w 4353325"/>
              <a:gd name="connsiteY3" fmla="*/ 3733873 h 4265835"/>
              <a:gd name="connsiteX4" fmla="*/ 4353325 w 4353325"/>
              <a:gd name="connsiteY4" fmla="*/ 4265835 h 4265835"/>
              <a:gd name="connsiteX5" fmla="*/ 0 w 4353325"/>
              <a:gd name="connsiteY5" fmla="*/ 4265835 h 4265835"/>
              <a:gd name="connsiteX6" fmla="*/ 0 w 4353325"/>
              <a:gd name="connsiteY6" fmla="*/ 3733873 h 4265835"/>
              <a:gd name="connsiteX7" fmla="*/ 0 w 4353325"/>
              <a:gd name="connsiteY7" fmla="*/ 2712923 h 4265835"/>
              <a:gd name="connsiteX8" fmla="*/ 0 w 4353325"/>
              <a:gd name="connsiteY8" fmla="*/ 2176662 h 4265835"/>
              <a:gd name="connsiteX9" fmla="*/ 2176663 w 4353325"/>
              <a:gd name="connsiteY9" fmla="*/ 0 h 42658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353325" h="4265835">
                <a:moveTo>
                  <a:pt x="2176663" y="0"/>
                </a:moveTo>
                <a:cubicBezTo>
                  <a:pt x="3378800" y="0"/>
                  <a:pt x="4353325" y="974525"/>
                  <a:pt x="4353325" y="2176662"/>
                </a:cubicBezTo>
                <a:lnTo>
                  <a:pt x="4353325" y="2712923"/>
                </a:lnTo>
                <a:lnTo>
                  <a:pt x="4353325" y="3733873"/>
                </a:lnTo>
                <a:lnTo>
                  <a:pt x="4353325" y="4265835"/>
                </a:lnTo>
                <a:lnTo>
                  <a:pt x="0" y="4265835"/>
                </a:lnTo>
                <a:lnTo>
                  <a:pt x="0" y="3733873"/>
                </a:lnTo>
                <a:lnTo>
                  <a:pt x="0" y="2712923"/>
                </a:lnTo>
                <a:lnTo>
                  <a:pt x="0" y="2176662"/>
                </a:lnTo>
                <a:cubicBezTo>
                  <a:pt x="0" y="974525"/>
                  <a:pt x="974525" y="0"/>
                  <a:pt x="2176663" y="0"/>
                </a:cubicBezTo>
                <a:close/>
              </a:path>
            </a:pathLst>
          </a:custGeom>
          <a:ln w="6350">
            <a:solidFill>
              <a:schemeClr val="tx1"/>
            </a:solidFill>
          </a:ln>
        </p:spPr>
        <p:txBody>
          <a:bodyPr wrap="square" lIns="182880" tIns="914400" rIns="182880" anchor="ctr" anchorCtr="0">
            <a:noAutofit/>
          </a:bodyPr>
          <a:lstStyle>
            <a:lvl1pPr algn="ctr">
              <a:defRPr sz="3200">
                <a:solidFill>
                  <a:schemeClr val="tx1"/>
                </a:solidFill>
              </a:defRPr>
            </a:lvl1pPr>
          </a:lstStyle>
          <a:p>
            <a:r>
              <a:rPr lang="en-US"/>
              <a:t>Click to edit Master title style</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a:t>
              </a:t>
            </a:r>
            <a:endParaRPr lang="en-US" dirty="0"/>
          </a:p>
        </p:txBody>
      </p:sp>
      <p:sp>
        <p:nvSpPr>
          <p:cNvPr id="8" name="Content Placeholder 7">
            <a:extLst>
              <a:ext uri="{FF2B5EF4-FFF2-40B4-BE49-F238E27FC236}">
                <a16:creationId xmlns:a16="http://schemas.microsoft.com/office/drawing/2014/main" id="{7D633F00-464B-3088-812A-40496FD1021A}"/>
              </a:ext>
            </a:extLst>
          </p:cNvPr>
          <p:cNvSpPr>
            <a:spLocks noGrp="1"/>
          </p:cNvSpPr>
          <p:nvPr>
            <p:ph sz="quarter" idx="13"/>
          </p:nvPr>
        </p:nvSpPr>
        <p:spPr>
          <a:xfrm>
            <a:off x="6535056" y="1296083"/>
            <a:ext cx="4325112" cy="4265835"/>
          </a:xfrm>
        </p:spPr>
        <p:txBody>
          <a:bodyPr anchor="b" anchorCtr="0"/>
          <a:lstStyle>
            <a:lvl1pPr marL="0" indent="0">
              <a:buNone/>
              <a:defRPr>
                <a:solidFill>
                  <a:schemeClr val="tx1"/>
                </a:solidFill>
              </a:defRPr>
            </a:lvl1pPr>
            <a:lvl2pPr marL="228600" indent="0">
              <a:buNone/>
              <a:defRPr>
                <a:solidFill>
                  <a:schemeClr val="tx1"/>
                </a:solidFill>
              </a:defRPr>
            </a:lvl2pPr>
            <a:lvl3pPr marL="457200" indent="0">
              <a:buNone/>
              <a:defRPr>
                <a:solidFill>
                  <a:schemeClr val="tx1"/>
                </a:solidFill>
              </a:defRPr>
            </a:lvl3pPr>
            <a:lvl4pPr marL="685800" indent="0">
              <a:buNone/>
              <a:defRPr>
                <a:solidFill>
                  <a:schemeClr val="tx1"/>
                </a:solidFill>
              </a:defRPr>
            </a:lvl4pPr>
            <a:lvl5pPr marL="914400" indent="0">
              <a:buNone/>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3CBC1C18-307B-4F68-A007-B5B542270E8D}" type="datetimeFigureOut">
              <a:rPr lang="en-US" smtClean="0"/>
              <a:t>8/24/2026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2322294901"/>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p:cSld name="Agenda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D05B5E-C545-4763-BA47-4C2C0FCA514D}"/>
              </a:ext>
            </a:extLst>
          </p:cNvPr>
          <p:cNvSpPr>
            <a:spLocks noGrp="1"/>
          </p:cNvSpPr>
          <p:nvPr>
            <p:ph type="title"/>
          </p:nvPr>
        </p:nvSpPr>
        <p:spPr>
          <a:xfrm>
            <a:off x="1060704" y="4608576"/>
            <a:ext cx="4169664" cy="1609344"/>
          </a:xfrm>
        </p:spPr>
        <p:txBody>
          <a:bodyPr anchor="t" anchorCtr="0">
            <a:noAutofit/>
          </a:bodyPr>
          <a:lstStyle>
            <a:lvl1pPr algn="ctr">
              <a:defRPr sz="4400">
                <a:solidFill>
                  <a:schemeClr val="tx1"/>
                </a:solidFill>
              </a:defRPr>
            </a:lvl1pPr>
          </a:lstStyle>
          <a:p>
            <a:r>
              <a:rPr lang="en-US"/>
              <a:t>Click to edit Master title style</a:t>
            </a:r>
          </a:p>
        </p:txBody>
      </p:sp>
      <p:sp>
        <p:nvSpPr>
          <p:cNvPr id="5" name="Footer Placeholder 4">
            <a:extLst>
              <a:ext uri="{FF2B5EF4-FFF2-40B4-BE49-F238E27FC236}">
                <a16:creationId xmlns:a16="http://schemas.microsoft.com/office/drawing/2014/main" id="{C79D23AA-8F22-4B09-8FAA-CD16E5D66C5D}"/>
              </a:ext>
            </a:extLst>
          </p:cNvPr>
          <p:cNvSpPr>
            <a:spLocks noGrp="1"/>
          </p:cNvSpPr>
          <p:nvPr>
            <p:ph type="ftr" sz="quarter" idx="11"/>
          </p:nvPr>
        </p:nvSpPr>
        <p:spPr/>
        <p:txBody>
          <a:bodyPr/>
          <a:lstStyle>
            <a:lvl1pPr>
              <a:defRPr>
                <a:solidFill>
                  <a:schemeClr val="tx1"/>
                </a:solidFill>
              </a:defRPr>
            </a:lvl1pPr>
          </a:lstStyle>
          <a:p>
            <a:r>
              <a:rPr lang="en-US"/>
              <a:t>
              </a:t>
            </a:r>
            <a:endParaRPr lang="en-US" dirty="0"/>
          </a:p>
        </p:txBody>
      </p:sp>
      <p:sp>
        <p:nvSpPr>
          <p:cNvPr id="8" name="Picture Placeholder 7">
            <a:extLst>
              <a:ext uri="{FF2B5EF4-FFF2-40B4-BE49-F238E27FC236}">
                <a16:creationId xmlns:a16="http://schemas.microsoft.com/office/drawing/2014/main" id="{4E5AAB3D-814D-597A-6ADE-F522A8116DCD}"/>
              </a:ext>
            </a:extLst>
          </p:cNvPr>
          <p:cNvSpPr>
            <a:spLocks noGrp="1"/>
          </p:cNvSpPr>
          <p:nvPr>
            <p:ph type="pic" idx="13" hasCustomPrompt="1"/>
          </p:nvPr>
        </p:nvSpPr>
        <p:spPr>
          <a:xfrm>
            <a:off x="1257301" y="1097280"/>
            <a:ext cx="3776470" cy="3168100"/>
          </a:xfrm>
          <a:custGeom>
            <a:avLst/>
            <a:gdLst>
              <a:gd name="connsiteX0" fmla="*/ 1888235 w 3776470"/>
              <a:gd name="connsiteY0" fmla="*/ 0 h 3168100"/>
              <a:gd name="connsiteX1" fmla="*/ 3776470 w 3776470"/>
              <a:gd name="connsiteY1" fmla="*/ 1888235 h 3168100"/>
              <a:gd name="connsiteX2" fmla="*/ 3776470 w 3776470"/>
              <a:gd name="connsiteY2" fmla="*/ 3168100 h 3168100"/>
              <a:gd name="connsiteX3" fmla="*/ 0 w 3776470"/>
              <a:gd name="connsiteY3" fmla="*/ 3168100 h 3168100"/>
              <a:gd name="connsiteX4" fmla="*/ 0 w 3776470"/>
              <a:gd name="connsiteY4" fmla="*/ 1888235 h 3168100"/>
              <a:gd name="connsiteX5" fmla="*/ 1888235 w 3776470"/>
              <a:gd name="connsiteY5" fmla="*/ 0 h 31681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76470" h="3168100">
                <a:moveTo>
                  <a:pt x="1888235" y="0"/>
                </a:moveTo>
                <a:cubicBezTo>
                  <a:pt x="2931078" y="0"/>
                  <a:pt x="3776470" y="845392"/>
                  <a:pt x="3776470" y="1888235"/>
                </a:cubicBezTo>
                <a:lnTo>
                  <a:pt x="3776470" y="3168100"/>
                </a:lnTo>
                <a:lnTo>
                  <a:pt x="0" y="3168100"/>
                </a:lnTo>
                <a:lnTo>
                  <a:pt x="0" y="1888235"/>
                </a:lnTo>
                <a:cubicBezTo>
                  <a:pt x="0" y="845392"/>
                  <a:pt x="845392" y="0"/>
                  <a:pt x="1888235" y="0"/>
                </a:cubicBezTo>
                <a:close/>
              </a:path>
            </a:pathLst>
          </a:custGeom>
          <a:blipFill>
            <a:blip r:embed="rId2">
              <a:alphaModFix amt="70000"/>
              <a:extLst>
                <a:ext uri="{28A0092B-C50C-407E-A947-70E740481C1C}">
                  <a14:useLocalDpi xmlns:a14="http://schemas.microsoft.com/office/drawing/2010/main" val="0"/>
                </a:ext>
              </a:extLst>
            </a:blip>
            <a:stretch>
              <a:fillRect/>
            </a:stretch>
          </a:blipFill>
          <a:ln w="6350">
            <a:solidFill>
              <a:schemeClr val="tx1"/>
            </a:solidFill>
          </a:ln>
        </p:spPr>
        <p:txBody>
          <a:bodyPr wrap="square">
            <a:noAutofit/>
          </a:bodyPr>
          <a:lstStyle>
            <a:lvl1pPr marL="0" indent="0">
              <a:buFont typeface="Arial" panose="020B0604020202020204" pitchFamily="34" charset="0"/>
              <a:buNone/>
              <a:defRPr sz="3200">
                <a:solidFill>
                  <a:schemeClr val="tx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 </a:t>
            </a:r>
          </a:p>
        </p:txBody>
      </p:sp>
      <p:sp>
        <p:nvSpPr>
          <p:cNvPr id="3" name="Content Placeholder 2">
            <a:extLst>
              <a:ext uri="{FF2B5EF4-FFF2-40B4-BE49-F238E27FC236}">
                <a16:creationId xmlns:a16="http://schemas.microsoft.com/office/drawing/2014/main" id="{7FA263F8-8E34-4910-BF7A-F1C5A99689DC}"/>
              </a:ext>
            </a:extLst>
          </p:cNvPr>
          <p:cNvSpPr>
            <a:spLocks noGrp="1"/>
          </p:cNvSpPr>
          <p:nvPr>
            <p:ph idx="1"/>
          </p:nvPr>
        </p:nvSpPr>
        <p:spPr>
          <a:xfrm>
            <a:off x="7141464" y="841248"/>
            <a:ext cx="4215384" cy="5330952"/>
          </a:xfrm>
        </p:spPr>
        <p:txBody>
          <a:bodyPr anchor="ctr"/>
          <a:lstStyle>
            <a:lvl1pPr algn="ctr">
              <a:defRPr>
                <a:solidFill>
                  <a:schemeClr val="tx1"/>
                </a:solidFill>
              </a:defRPr>
            </a:lvl1pPr>
            <a:lvl2pPr algn="ctr">
              <a:defRPr>
                <a:solidFill>
                  <a:schemeClr val="tx1"/>
                </a:solidFill>
              </a:defRPr>
            </a:lvl2pPr>
            <a:lvl3pPr algn="ctr">
              <a:defRPr>
                <a:solidFill>
                  <a:schemeClr val="tx1"/>
                </a:solidFill>
              </a:defRPr>
            </a:lvl3pPr>
            <a:lvl4pPr algn="ctr">
              <a:defRPr>
                <a:solidFill>
                  <a:schemeClr val="tx1"/>
                </a:solidFill>
              </a:defRPr>
            </a:lvl4pPr>
            <a:lvl5pPr algn="ct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56E74E5-D20D-4AB7-8D98-F336CE0ECCBE}"/>
              </a:ext>
            </a:extLst>
          </p:cNvPr>
          <p:cNvSpPr>
            <a:spLocks noGrp="1"/>
          </p:cNvSpPr>
          <p:nvPr>
            <p:ph type="dt" sz="half" idx="10"/>
          </p:nvPr>
        </p:nvSpPr>
        <p:spPr/>
        <p:txBody>
          <a:bodyPr/>
          <a:lstStyle>
            <a:lvl1pPr>
              <a:defRPr>
                <a:solidFill>
                  <a:schemeClr val="tx1"/>
                </a:solidFill>
              </a:defRPr>
            </a:lvl1pPr>
          </a:lstStyle>
          <a:p>
            <a:fld id="{3CBC1C18-307B-4F68-A007-B5B542270E8D}" type="datetimeFigureOut">
              <a:rPr lang="en-US" smtClean="0"/>
              <a:t>8/24/2026</a:t>
            </a:fld>
            <a:endParaRPr lang="en-US" dirty="0"/>
          </a:p>
        </p:txBody>
      </p:sp>
      <p:sp>
        <p:nvSpPr>
          <p:cNvPr id="6" name="Slide Number Placeholder 5">
            <a:extLst>
              <a:ext uri="{FF2B5EF4-FFF2-40B4-BE49-F238E27FC236}">
                <a16:creationId xmlns:a16="http://schemas.microsoft.com/office/drawing/2014/main" id="{84E8A028-A0C8-45E7-915E-B83FF59C9F18}"/>
              </a:ext>
            </a:extLst>
          </p:cNvPr>
          <p:cNvSpPr>
            <a:spLocks noGrp="1"/>
          </p:cNvSpPr>
          <p:nvPr>
            <p:ph type="sldNum" sz="quarter" idx="12"/>
          </p:nvPr>
        </p:nvSpPr>
        <p:spPr/>
        <p:txBody>
          <a:bodyPr/>
          <a:lstStyle>
            <a:lvl1pPr>
              <a:defRPr>
                <a:solidFill>
                  <a:schemeClr val="tx1"/>
                </a:solidFill>
              </a:defRPr>
            </a:lvl1pPr>
          </a:lstStyle>
          <a:p>
            <a:fld id="{6D22F896-40B5-4ADD-8801-0D06FADFA095}" type="slidenum">
              <a:rPr lang="en-US" smtClean="0"/>
              <a:pPr/>
              <a:t>‹#›</a:t>
            </a:fld>
            <a:endParaRPr lang="en-US" dirty="0"/>
          </a:p>
        </p:txBody>
      </p:sp>
      <p:cxnSp>
        <p:nvCxnSpPr>
          <p:cNvPr id="7" name="Straight Connector 6">
            <a:extLst>
              <a:ext uri="{FF2B5EF4-FFF2-40B4-BE49-F238E27FC236}">
                <a16:creationId xmlns:a16="http://schemas.microsoft.com/office/drawing/2014/main" id="{ECD2C868-CE73-A5B1-1389-62A23B14E008}"/>
              </a:ext>
              <a:ext uri="{C183D7F6-B498-43B3-948B-1728B52AA6E4}">
                <adec:decorative xmlns:adec="http://schemas.microsoft.com/office/drawing/2017/decorative" val="1"/>
              </a:ext>
            </a:extLst>
          </p:cNvPr>
          <p:cNvCxnSpPr>
            <a:cxnSpLocks/>
          </p:cNvCxnSpPr>
          <p:nvPr/>
        </p:nvCxnSpPr>
        <p:spPr>
          <a:xfrm>
            <a:off x="6297086" y="0"/>
            <a:ext cx="0" cy="6858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95444548"/>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786384" y="2615184"/>
            <a:ext cx="3813048" cy="3557016"/>
          </a:xfrm>
        </p:spPr>
        <p:txBody>
          <a:bodyPr>
            <a:normAutofit/>
          </a:bodyPr>
          <a:lstStyle>
            <a:lvl1pPr>
              <a:defRPr sz="3200">
                <a:solidFill>
                  <a:schemeClr val="tx1"/>
                </a:solidFill>
              </a:defRPr>
            </a:lvl1pPr>
          </a:lstStyle>
          <a:p>
            <a:r>
              <a:rPr lang="en-US"/>
              <a:t>Click to edit Master title style</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a:t>
              </a:t>
            </a:r>
            <a:endParaRPr lang="en-US" dirty="0"/>
          </a:p>
        </p:txBody>
      </p:sp>
      <p:sp>
        <p:nvSpPr>
          <p:cNvPr id="8" name="Content Placeholder 7">
            <a:extLst>
              <a:ext uri="{FF2B5EF4-FFF2-40B4-BE49-F238E27FC236}">
                <a16:creationId xmlns:a16="http://schemas.microsoft.com/office/drawing/2014/main" id="{D42D62A0-8127-CE86-0633-0D65E1E136F7}"/>
              </a:ext>
            </a:extLst>
          </p:cNvPr>
          <p:cNvSpPr>
            <a:spLocks noGrp="1"/>
          </p:cNvSpPr>
          <p:nvPr>
            <p:ph sz="quarter" idx="13"/>
          </p:nvPr>
        </p:nvSpPr>
        <p:spPr>
          <a:xfrm>
            <a:off x="5519738" y="841248"/>
            <a:ext cx="4956175" cy="3556000"/>
          </a:xfrm>
        </p:spPr>
        <p:txBody>
          <a:bodyPr/>
          <a:lstStyle>
            <a:lvl1pPr>
              <a:defRPr>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3CBC1C18-307B-4F68-A007-B5B542270E8D}" type="datetimeFigureOut">
              <a:rPr lang="en-US" smtClean="0"/>
              <a:t>8/24/2026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6D22F896-40B5-4ADD-8801-0D06FADFA095}" type="slidenum">
              <a:rPr lang="en-US" smtClean="0"/>
              <a:pPr/>
              <a:t>‹#›</a:t>
            </a:fld>
            <a:endParaRPr lang="en-US" dirty="0"/>
          </a:p>
        </p:txBody>
      </p:sp>
      <p:cxnSp>
        <p:nvCxnSpPr>
          <p:cNvPr id="3" name="Straight Connector 2">
            <a:extLst>
              <a:ext uri="{FF2B5EF4-FFF2-40B4-BE49-F238E27FC236}">
                <a16:creationId xmlns:a16="http://schemas.microsoft.com/office/drawing/2014/main" id="{EF4378AB-83E7-8777-F6CD-8F19BA4FEE73}"/>
              </a:ext>
              <a:ext uri="{C183D7F6-B498-43B3-948B-1728B52AA6E4}">
                <adec:decorative xmlns:adec="http://schemas.microsoft.com/office/drawing/2017/decorative" val="1"/>
              </a:ext>
            </a:extLst>
          </p:cNvPr>
          <p:cNvCxnSpPr>
            <a:cxnSpLocks/>
          </p:cNvCxnSpPr>
          <p:nvPr/>
        </p:nvCxnSpPr>
        <p:spPr>
          <a:xfrm flipV="1">
            <a:off x="5016203" y="0"/>
            <a:ext cx="0" cy="6858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90676505"/>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731520" y="841248"/>
            <a:ext cx="2999232" cy="5184648"/>
          </a:xfrm>
        </p:spPr>
        <p:txBody>
          <a:bodyPr anchor="t" anchorCtr="0">
            <a:normAutofit/>
          </a:bodyPr>
          <a:lstStyle>
            <a:lvl1pPr>
              <a:defRPr sz="3200">
                <a:solidFill>
                  <a:schemeClr val="tx1"/>
                </a:solidFill>
              </a:defRPr>
            </a:lvl1pPr>
          </a:lstStyle>
          <a:p>
            <a:r>
              <a:rPr lang="en-US"/>
              <a:t>Click to edit Master title style</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a:t>
              </a:t>
            </a:r>
            <a:endParaRPr lang="en-US" dirty="0"/>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666926" y="841248"/>
            <a:ext cx="6260154" cy="5184648"/>
          </a:xfrm>
        </p:spPr>
        <p:txBody>
          <a:bodyPr/>
          <a:lstStyle>
            <a:lvl1pPr>
              <a:defRPr>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3CBC1C18-307B-4F68-A007-B5B542270E8D}" type="datetimeFigureOut">
              <a:rPr lang="en-US" smtClean="0"/>
              <a:t>8/24/2026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6D22F896-40B5-4ADD-8801-0D06FADFA095}" type="slidenum">
              <a:rPr lang="en-US" smtClean="0"/>
              <a:pPr/>
              <a:t>‹#›</a:t>
            </a:fld>
            <a:endParaRPr lang="en-US" dirty="0"/>
          </a:p>
        </p:txBody>
      </p:sp>
      <p:cxnSp>
        <p:nvCxnSpPr>
          <p:cNvPr id="3" name="Straight Connector 2">
            <a:extLst>
              <a:ext uri="{FF2B5EF4-FFF2-40B4-BE49-F238E27FC236}">
                <a16:creationId xmlns:a16="http://schemas.microsoft.com/office/drawing/2014/main" id="{C8293A07-68F2-BD10-B738-E87F3F3D8CF3}"/>
              </a:ext>
              <a:ext uri="{C183D7F6-B498-43B3-948B-1728B52AA6E4}">
                <adec:decorative xmlns:adec="http://schemas.microsoft.com/office/drawing/2017/decorative" val="1"/>
              </a:ext>
            </a:extLst>
          </p:cNvPr>
          <p:cNvCxnSpPr>
            <a:cxnSpLocks/>
          </p:cNvCxnSpPr>
          <p:nvPr/>
        </p:nvCxnSpPr>
        <p:spPr>
          <a:xfrm flipV="1">
            <a:off x="4182210" y="0"/>
            <a:ext cx="0" cy="6858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78484520"/>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Content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831152" y="990511"/>
            <a:ext cx="2565593" cy="1858941"/>
          </a:xfrm>
        </p:spPr>
        <p:txBody>
          <a:bodyPr anchor="b"/>
          <a:lstStyle>
            <a:lvl1pPr>
              <a:defRPr lang="en-US" sz="3200" kern="1200" dirty="0">
                <a:solidFill>
                  <a:schemeClr val="tx1"/>
                </a:solidFill>
                <a:latin typeface="+mj-lt"/>
                <a:ea typeface="+mj-ea"/>
                <a:cs typeface="+mj-cs"/>
              </a:defRPr>
            </a:lvl1pPr>
          </a:lstStyle>
          <a:p>
            <a:r>
              <a:rPr lang="en-US"/>
              <a:t>Click to edit Master title style</a:t>
            </a:r>
          </a:p>
        </p:txBody>
      </p:sp>
      <p:sp>
        <p:nvSpPr>
          <p:cNvPr id="10" name="Picture Placeholder 9">
            <a:extLst>
              <a:ext uri="{FF2B5EF4-FFF2-40B4-BE49-F238E27FC236}">
                <a16:creationId xmlns:a16="http://schemas.microsoft.com/office/drawing/2014/main" id="{3CA946DA-5AE8-39E2-3ADD-B8F06308C1C6}"/>
              </a:ext>
            </a:extLst>
          </p:cNvPr>
          <p:cNvSpPr>
            <a:spLocks noGrp="1"/>
          </p:cNvSpPr>
          <p:nvPr>
            <p:ph type="pic" sz="quarter" idx="13" hasCustomPrompt="1"/>
          </p:nvPr>
        </p:nvSpPr>
        <p:spPr>
          <a:xfrm>
            <a:off x="0" y="0"/>
            <a:ext cx="8326323" cy="6858000"/>
          </a:xfrm>
          <a:custGeom>
            <a:avLst/>
            <a:gdLst>
              <a:gd name="connsiteX0" fmla="*/ 0 w 8326323"/>
              <a:gd name="connsiteY0" fmla="*/ 0 h 6858000"/>
              <a:gd name="connsiteX1" fmla="*/ 8326323 w 8326323"/>
              <a:gd name="connsiteY1" fmla="*/ 0 h 6858000"/>
              <a:gd name="connsiteX2" fmla="*/ 8326323 w 8326323"/>
              <a:gd name="connsiteY2" fmla="*/ 6858000 h 6858000"/>
              <a:gd name="connsiteX3" fmla="*/ 0 w 8326323"/>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8326323" h="6858000">
                <a:moveTo>
                  <a:pt x="0" y="0"/>
                </a:moveTo>
                <a:lnTo>
                  <a:pt x="8326323" y="0"/>
                </a:lnTo>
                <a:lnTo>
                  <a:pt x="8326323" y="6858000"/>
                </a:lnTo>
                <a:lnTo>
                  <a:pt x="0" y="6858000"/>
                </a:lnTo>
                <a:close/>
              </a:path>
            </a:pathLst>
          </a:custGeom>
          <a:blipFill>
            <a:blip r:embed="rId2">
              <a:alphaModFix amt="70000"/>
              <a:extLst>
                <a:ext uri="{28A0092B-C50C-407E-A947-70E740481C1C}">
                  <a14:useLocalDpi xmlns:a14="http://schemas.microsoft.com/office/drawing/2010/main" val="0"/>
                </a:ext>
              </a:extLst>
            </a:blip>
            <a:stretch>
              <a:fillRect/>
            </a:stretch>
          </a:blipFill>
        </p:spPr>
        <p:txBody>
          <a:bodyPr wrap="square">
            <a:noAutofit/>
          </a:bodyPr>
          <a:lstStyle>
            <a:lvl1pPr marL="0" indent="0">
              <a:buFont typeface="Arial" panose="020B0604020202020204" pitchFamily="34" charset="0"/>
              <a:buNone/>
              <a:defRPr/>
            </a:lvl1pPr>
          </a:lstStyle>
          <a:p>
            <a:r>
              <a:rPr lang="en-US"/>
              <a:t> </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832271" y="3011335"/>
            <a:ext cx="2559977" cy="2656250"/>
          </a:xfrm>
        </p:spPr>
        <p:txBody>
          <a:bodyPr vert="horz" lIns="91440" tIns="45720" rIns="91440" bIns="45720" rtlCol="0">
            <a:normAutofit/>
          </a:bodyPr>
          <a:lstStyle>
            <a:lvl1pPr marL="0" indent="0">
              <a:buNone/>
              <a:defRPr lang="en-US" dirty="0"/>
            </a:lvl1pPr>
            <a:lvl2pPr marL="228600" indent="0">
              <a:buNone/>
              <a:defRPr lang="en-US" sz="1400" dirty="0"/>
            </a:lvl2pPr>
            <a:lvl3pPr marL="457200" indent="0">
              <a:buNone/>
              <a:defRPr lang="en-US" sz="1400" dirty="0"/>
            </a:lvl3pPr>
            <a:lvl4pPr marL="685800" indent="0">
              <a:buNone/>
              <a:defRPr lang="en-US" sz="1400" dirty="0"/>
            </a:lvl4pPr>
            <a:lvl5pPr marL="914400" indent="0">
              <a:buNone/>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5">
            <a:extLst>
              <a:ext uri="{FF2B5EF4-FFF2-40B4-BE49-F238E27FC236}">
                <a16:creationId xmlns:a16="http://schemas.microsoft.com/office/drawing/2014/main" id="{8BD5A515-9970-0784-7927-52F94C270B46}"/>
              </a:ext>
            </a:extLst>
          </p:cNvPr>
          <p:cNvSpPr>
            <a:spLocks noGrp="1"/>
          </p:cNvSpPr>
          <p:nvPr>
            <p:ph type="ftr" sz="quarter" idx="16"/>
          </p:nvPr>
        </p:nvSpPr>
        <p:spPr>
          <a:xfrm rot="5400000">
            <a:off x="10292564" y="1592958"/>
            <a:ext cx="2973522" cy="365125"/>
          </a:xfrm>
        </p:spPr>
        <p:txBody>
          <a:bodyPr/>
          <a:lstStyle>
            <a:lvl1pPr algn="l">
              <a:defRPr>
                <a:solidFill>
                  <a:schemeClr val="tx1"/>
                </a:solidFill>
              </a:defRPr>
            </a:lvl1pPr>
          </a:lstStyle>
          <a:p>
            <a:r>
              <a:rPr lang="en-US"/>
              <a:t>
              </a:t>
            </a:r>
            <a:endParaRPr lang="en-US" dirty="0"/>
          </a:p>
        </p:txBody>
      </p:sp>
      <p:sp>
        <p:nvSpPr>
          <p:cNvPr id="9" name="Date Placeholder 4">
            <a:extLst>
              <a:ext uri="{FF2B5EF4-FFF2-40B4-BE49-F238E27FC236}">
                <a16:creationId xmlns:a16="http://schemas.microsoft.com/office/drawing/2014/main" id="{8523CCEC-6BB2-B704-95E2-87FED823C5BD}"/>
              </a:ext>
            </a:extLst>
          </p:cNvPr>
          <p:cNvSpPr>
            <a:spLocks noGrp="1"/>
          </p:cNvSpPr>
          <p:nvPr>
            <p:ph type="dt" sz="half" idx="15"/>
          </p:nvPr>
        </p:nvSpPr>
        <p:spPr>
          <a:xfrm rot="5400000">
            <a:off x="10425981" y="4687095"/>
            <a:ext cx="2706690" cy="365125"/>
          </a:xfrm>
        </p:spPr>
        <p:txBody>
          <a:bodyPr/>
          <a:lstStyle>
            <a:lvl1pPr>
              <a:defRPr>
                <a:solidFill>
                  <a:schemeClr val="tx1"/>
                </a:solidFill>
              </a:defRPr>
            </a:lvl1pPr>
          </a:lstStyle>
          <a:p>
            <a:fld id="{3CBC1C18-307B-4F68-A007-B5B542270E8D}" type="datetimeFigureOut">
              <a:rPr lang="en-US" smtClean="0"/>
              <a:t>8/24/2026</a:t>
            </a:fld>
            <a:endParaRPr lang="en-US" dirty="0"/>
          </a:p>
        </p:txBody>
      </p:sp>
      <p:sp>
        <p:nvSpPr>
          <p:cNvPr id="11" name="Slide Number Placeholder 6">
            <a:extLst>
              <a:ext uri="{FF2B5EF4-FFF2-40B4-BE49-F238E27FC236}">
                <a16:creationId xmlns:a16="http://schemas.microsoft.com/office/drawing/2014/main" id="{1208465C-8C77-73BF-D18F-D01907BAC864}"/>
              </a:ext>
            </a:extLst>
          </p:cNvPr>
          <p:cNvSpPr>
            <a:spLocks noGrp="1"/>
          </p:cNvSpPr>
          <p:nvPr>
            <p:ph type="sldNum" sz="quarter" idx="17"/>
          </p:nvPr>
        </p:nvSpPr>
        <p:spPr>
          <a:xfrm>
            <a:off x="11512296" y="6356350"/>
            <a:ext cx="574620" cy="365125"/>
          </a:xfrm>
        </p:spPr>
        <p:txBody>
          <a:bodyPr/>
          <a:lstStyle>
            <a:lvl1pPr>
              <a:defRPr>
                <a:solidFill>
                  <a:schemeClr val="tx1"/>
                </a:solidFill>
              </a:defRPr>
            </a:lvl1pPr>
          </a:lstStyle>
          <a:p>
            <a:fld id="{6D22F896-40B5-4ADD-8801-0D06FADFA095}" type="slidenum">
              <a:rPr lang="en-US" smtClean="0"/>
              <a:pPr/>
              <a:t>‹#›</a:t>
            </a:fld>
            <a:endParaRPr lang="en-US" dirty="0"/>
          </a:p>
        </p:txBody>
      </p:sp>
      <p:cxnSp>
        <p:nvCxnSpPr>
          <p:cNvPr id="3" name="Straight Connector 2">
            <a:extLst>
              <a:ext uri="{FF2B5EF4-FFF2-40B4-BE49-F238E27FC236}">
                <a16:creationId xmlns:a16="http://schemas.microsoft.com/office/drawing/2014/main" id="{50E2A219-E459-07B3-1ED3-CBF7D239BE08}"/>
              </a:ext>
              <a:ext uri="{C183D7F6-B498-43B3-948B-1728B52AA6E4}">
                <adec:decorative xmlns:adec="http://schemas.microsoft.com/office/drawing/2017/decorative" val="1"/>
              </a:ext>
            </a:extLst>
          </p:cNvPr>
          <p:cNvCxnSpPr>
            <a:cxnSpLocks/>
          </p:cNvCxnSpPr>
          <p:nvPr/>
        </p:nvCxnSpPr>
        <p:spPr>
          <a:xfrm>
            <a:off x="8320570" y="0"/>
            <a:ext cx="0" cy="6858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04234441"/>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Content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303520" y="548640"/>
            <a:ext cx="6093225" cy="1143000"/>
          </a:xfrm>
        </p:spPr>
        <p:txBody>
          <a:bodyPr anchor="b">
            <a:noAutofit/>
          </a:bodyPr>
          <a:lstStyle>
            <a:lvl1pPr>
              <a:defRPr sz="3200">
                <a:solidFill>
                  <a:schemeClr val="tx1"/>
                </a:solidFill>
              </a:defRPr>
            </a:lvl1pPr>
          </a:lstStyle>
          <a:p>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0" y="1"/>
            <a:ext cx="4793885" cy="6858000"/>
          </a:xfrm>
          <a:blipFill>
            <a:blip r:embed="rId2">
              <a:alphaModFix amt="70000"/>
              <a:extLst>
                <a:ext uri="{28A0092B-C50C-407E-A947-70E740481C1C}">
                  <a14:useLocalDpi xmlns:a14="http://schemas.microsoft.com/office/drawing/2010/main" val="0"/>
                </a:ext>
              </a:extLst>
            </a:blip>
            <a:stretch>
              <a:fillRect/>
            </a:stretch>
          </a:blipFill>
        </p:spPr>
        <p:txBody>
          <a:bodyPr/>
          <a:lstStyle>
            <a:lvl1pPr>
              <a:defRPr>
                <a:solidFill>
                  <a:schemeClr val="tx1"/>
                </a:solidFill>
              </a:defRPr>
            </a:lvl1pPr>
          </a:lstStyle>
          <a:p>
            <a:r>
              <a:rPr lang="en-US"/>
              <a:t> </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5303520" y="1828800"/>
            <a:ext cx="6071616" cy="4489704"/>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3" name="Straight Connector 2">
            <a:extLst>
              <a:ext uri="{FF2B5EF4-FFF2-40B4-BE49-F238E27FC236}">
                <a16:creationId xmlns:a16="http://schemas.microsoft.com/office/drawing/2014/main" id="{DF483F68-3490-71E7-A7DA-DA46BC485F75}"/>
              </a:ext>
              <a:ext uri="{C183D7F6-B498-43B3-948B-1728B52AA6E4}">
                <adec:decorative xmlns:adec="http://schemas.microsoft.com/office/drawing/2017/decorative" val="1"/>
              </a:ext>
            </a:extLst>
          </p:cNvPr>
          <p:cNvCxnSpPr>
            <a:cxnSpLocks/>
          </p:cNvCxnSpPr>
          <p:nvPr/>
        </p:nvCxnSpPr>
        <p:spPr>
          <a:xfrm>
            <a:off x="4797154" y="0"/>
            <a:ext cx="0" cy="6858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Date Placeholder 3">
            <a:extLst>
              <a:ext uri="{FF2B5EF4-FFF2-40B4-BE49-F238E27FC236}">
                <a16:creationId xmlns:a16="http://schemas.microsoft.com/office/drawing/2014/main" id="{59345FA4-0621-D8F1-73D0-046B7F4D7713}"/>
              </a:ext>
            </a:extLst>
          </p:cNvPr>
          <p:cNvSpPr>
            <a:spLocks noGrp="1"/>
          </p:cNvSpPr>
          <p:nvPr>
            <p:ph type="dt" sz="half" idx="15"/>
          </p:nvPr>
        </p:nvSpPr>
        <p:spPr>
          <a:xfrm rot="5400000">
            <a:off x="10425981" y="4687095"/>
            <a:ext cx="2706690" cy="365125"/>
          </a:xfrm>
        </p:spPr>
        <p:txBody>
          <a:bodyPr/>
          <a:lstStyle/>
          <a:p>
            <a:fld id="{3CBC1C18-307B-4F68-A007-B5B542270E8D}" type="datetimeFigureOut">
              <a:rPr lang="en-US" smtClean="0"/>
              <a:t>8/24/2026</a:t>
            </a:fld>
            <a:endParaRPr lang="en-US" dirty="0"/>
          </a:p>
        </p:txBody>
      </p:sp>
      <p:sp>
        <p:nvSpPr>
          <p:cNvPr id="9" name="Footer Placeholder 8">
            <a:extLst>
              <a:ext uri="{FF2B5EF4-FFF2-40B4-BE49-F238E27FC236}">
                <a16:creationId xmlns:a16="http://schemas.microsoft.com/office/drawing/2014/main" id="{84C51678-E871-8AD4-08DA-BF7B7013A356}"/>
              </a:ext>
            </a:extLst>
          </p:cNvPr>
          <p:cNvSpPr>
            <a:spLocks noGrp="1"/>
          </p:cNvSpPr>
          <p:nvPr>
            <p:ph type="ftr" sz="quarter" idx="16"/>
          </p:nvPr>
        </p:nvSpPr>
        <p:spPr>
          <a:xfrm rot="16200000" flipH="1">
            <a:off x="10292565" y="1592957"/>
            <a:ext cx="2973522" cy="365125"/>
          </a:xfrm>
        </p:spPr>
        <p:txBody>
          <a:bodyPr/>
          <a:lstStyle/>
          <a:p>
            <a:r>
              <a:rPr lang="en-US"/>
              <a:t>
              </a:t>
            </a:r>
            <a:endParaRPr lang="en-US" dirty="0"/>
          </a:p>
        </p:txBody>
      </p:sp>
      <p:sp>
        <p:nvSpPr>
          <p:cNvPr id="10" name="Slide Number Placeholder 9">
            <a:extLst>
              <a:ext uri="{FF2B5EF4-FFF2-40B4-BE49-F238E27FC236}">
                <a16:creationId xmlns:a16="http://schemas.microsoft.com/office/drawing/2014/main" id="{3CD01CE4-E064-7D2F-7D3A-9DA85E2777F2}"/>
              </a:ext>
            </a:extLst>
          </p:cNvPr>
          <p:cNvSpPr>
            <a:spLocks noGrp="1"/>
          </p:cNvSpPr>
          <p:nvPr>
            <p:ph type="sldNum" sz="quarter" idx="17"/>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886935073"/>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Content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31520" y="548640"/>
            <a:ext cx="6135624" cy="1143000"/>
          </a:xfrm>
        </p:spPr>
        <p:txBody>
          <a:bodyPr anchor="b">
            <a:noAutofit/>
          </a:bodyPr>
          <a:lstStyle>
            <a:lvl1pPr>
              <a:defRPr sz="3200">
                <a:solidFill>
                  <a:schemeClr val="tx1"/>
                </a:solidFill>
              </a:defRPr>
            </a:lvl1pPr>
          </a:lstStyle>
          <a:p>
            <a:r>
              <a:rPr lang="en-US"/>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731520" y="1828800"/>
            <a:ext cx="6135624" cy="4489704"/>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7400544" y="0"/>
            <a:ext cx="4791456" cy="6858000"/>
          </a:xfrm>
          <a:blipFill>
            <a:blip r:embed="rId2">
              <a:alphaModFix amt="70000"/>
              <a:extLst>
                <a:ext uri="{28A0092B-C50C-407E-A947-70E740481C1C}">
                  <a14:useLocalDpi xmlns:a14="http://schemas.microsoft.com/office/drawing/2010/main" val="0"/>
                </a:ext>
              </a:extLst>
            </a:blip>
            <a:stretch>
              <a:fillRect/>
            </a:stretch>
          </a:blipFill>
        </p:spPr>
        <p:txBody>
          <a:bodyPr/>
          <a:lstStyle>
            <a:lvl1pPr>
              <a:defRPr>
                <a:solidFill>
                  <a:schemeClr val="tx1"/>
                </a:solidFill>
              </a:defRPr>
            </a:lvl1pPr>
          </a:lstStyle>
          <a:p>
            <a:r>
              <a:rPr lang="en-US"/>
              <a:t> </a:t>
            </a:r>
          </a:p>
        </p:txBody>
      </p:sp>
      <p:cxnSp>
        <p:nvCxnSpPr>
          <p:cNvPr id="6" name="Straight Connector 5">
            <a:extLst>
              <a:ext uri="{FF2B5EF4-FFF2-40B4-BE49-F238E27FC236}">
                <a16:creationId xmlns:a16="http://schemas.microsoft.com/office/drawing/2014/main" id="{9BC07157-DE89-FE2F-0547-2E4055913A13}"/>
              </a:ext>
              <a:ext uri="{C183D7F6-B498-43B3-948B-1728B52AA6E4}">
                <adec:decorative xmlns:adec="http://schemas.microsoft.com/office/drawing/2017/decorative" val="1"/>
              </a:ext>
            </a:extLst>
          </p:cNvPr>
          <p:cNvCxnSpPr>
            <a:cxnSpLocks/>
          </p:cNvCxnSpPr>
          <p:nvPr/>
        </p:nvCxnSpPr>
        <p:spPr>
          <a:xfrm>
            <a:off x="7382022" y="0"/>
            <a:ext cx="0" cy="6858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Date Placeholder 3">
            <a:extLst>
              <a:ext uri="{FF2B5EF4-FFF2-40B4-BE49-F238E27FC236}">
                <a16:creationId xmlns:a16="http://schemas.microsoft.com/office/drawing/2014/main" id="{EF7A0C5A-6673-53CC-030B-67BA133D9741}"/>
              </a:ext>
            </a:extLst>
          </p:cNvPr>
          <p:cNvSpPr>
            <a:spLocks noGrp="1"/>
          </p:cNvSpPr>
          <p:nvPr>
            <p:ph type="dt" sz="half" idx="15"/>
          </p:nvPr>
        </p:nvSpPr>
        <p:spPr>
          <a:xfrm rot="5400000">
            <a:off x="-997745" y="4687095"/>
            <a:ext cx="2706690" cy="365125"/>
          </a:xfrm>
        </p:spPr>
        <p:txBody>
          <a:bodyPr/>
          <a:lstStyle/>
          <a:p>
            <a:fld id="{3CBC1C18-307B-4F68-A007-B5B542270E8D}" type="datetimeFigureOut">
              <a:rPr lang="en-US" smtClean="0"/>
              <a:t>8/24/2026</a:t>
            </a:fld>
            <a:endParaRPr lang="en-US" dirty="0"/>
          </a:p>
        </p:txBody>
      </p:sp>
      <p:sp>
        <p:nvSpPr>
          <p:cNvPr id="7" name="Footer Placeholder 6">
            <a:extLst>
              <a:ext uri="{FF2B5EF4-FFF2-40B4-BE49-F238E27FC236}">
                <a16:creationId xmlns:a16="http://schemas.microsoft.com/office/drawing/2014/main" id="{92521688-F793-E4F2-732B-EEE6F58B758E}"/>
              </a:ext>
            </a:extLst>
          </p:cNvPr>
          <p:cNvSpPr>
            <a:spLocks noGrp="1"/>
          </p:cNvSpPr>
          <p:nvPr>
            <p:ph type="ftr" sz="quarter" idx="16"/>
          </p:nvPr>
        </p:nvSpPr>
        <p:spPr>
          <a:xfrm rot="16200000" flipH="1">
            <a:off x="-1131161" y="1592957"/>
            <a:ext cx="2973522" cy="365125"/>
          </a:xfrm>
        </p:spPr>
        <p:txBody>
          <a:bodyPr/>
          <a:lstStyle/>
          <a:p>
            <a:r>
              <a:rPr lang="en-US"/>
              <a:t>
              </a:t>
            </a:r>
            <a:endParaRPr lang="en-US" dirty="0"/>
          </a:p>
        </p:txBody>
      </p:sp>
      <p:sp>
        <p:nvSpPr>
          <p:cNvPr id="9" name="Slide Number Placeholder 8">
            <a:extLst>
              <a:ext uri="{FF2B5EF4-FFF2-40B4-BE49-F238E27FC236}">
                <a16:creationId xmlns:a16="http://schemas.microsoft.com/office/drawing/2014/main" id="{2DDBE29E-7417-B57C-BA94-1DBC14BE461B}"/>
              </a:ext>
            </a:extLst>
          </p:cNvPr>
          <p:cNvSpPr>
            <a:spLocks noGrp="1"/>
          </p:cNvSpPr>
          <p:nvPr>
            <p:ph type="sldNum" sz="quarter" idx="17"/>
          </p:nvPr>
        </p:nvSpPr>
        <p:spPr>
          <a:xfrm>
            <a:off x="51117" y="6356350"/>
            <a:ext cx="574620" cy="365125"/>
          </a:xfrm>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3563870367"/>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31520" y="320040"/>
            <a:ext cx="6858000" cy="932688"/>
          </a:xfrm>
        </p:spPr>
        <p:txBody>
          <a:bodyPr anchor="b">
            <a:noAutofit/>
          </a:bodyPr>
          <a:lstStyle>
            <a:lvl1pPr>
              <a:defRPr sz="3200">
                <a:solidFill>
                  <a:schemeClr val="tx1"/>
                </a:solidFill>
              </a:defRPr>
            </a:lvl1pPr>
          </a:lstStyle>
          <a:p>
            <a:r>
              <a:rPr lang="en-US"/>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731520" y="1380744"/>
            <a:ext cx="6858000" cy="498348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8091732" y="0"/>
            <a:ext cx="4100267" cy="6858000"/>
          </a:xfrm>
          <a:blipFill>
            <a:blip r:embed="rId2">
              <a:alphaModFix amt="70000"/>
              <a:extLst>
                <a:ext uri="{28A0092B-C50C-407E-A947-70E740481C1C}">
                  <a14:useLocalDpi xmlns:a14="http://schemas.microsoft.com/office/drawing/2010/main" val="0"/>
                </a:ext>
              </a:extLst>
            </a:blip>
            <a:stretch>
              <a:fillRect/>
            </a:stretch>
          </a:blipFill>
        </p:spPr>
        <p:txBody>
          <a:bodyPr/>
          <a:lstStyle>
            <a:lvl1pPr>
              <a:defRPr>
                <a:solidFill>
                  <a:schemeClr val="tx1"/>
                </a:solidFill>
              </a:defRPr>
            </a:lvl1pPr>
          </a:lstStyle>
          <a:p>
            <a:r>
              <a:rPr lang="en-US"/>
              <a:t> </a:t>
            </a:r>
          </a:p>
        </p:txBody>
      </p:sp>
      <p:cxnSp>
        <p:nvCxnSpPr>
          <p:cNvPr id="4" name="Straight Connector 3">
            <a:extLst>
              <a:ext uri="{FF2B5EF4-FFF2-40B4-BE49-F238E27FC236}">
                <a16:creationId xmlns:a16="http://schemas.microsoft.com/office/drawing/2014/main" id="{3C626C00-7A36-46A2-880D-F484910B3412}"/>
              </a:ext>
              <a:ext uri="{C183D7F6-B498-43B3-948B-1728B52AA6E4}">
                <adec:decorative xmlns:adec="http://schemas.microsoft.com/office/drawing/2017/decorative" val="1"/>
              </a:ext>
            </a:extLst>
          </p:cNvPr>
          <p:cNvCxnSpPr>
            <a:cxnSpLocks/>
          </p:cNvCxnSpPr>
          <p:nvPr/>
        </p:nvCxnSpPr>
        <p:spPr>
          <a:xfrm>
            <a:off x="8077761" y="0"/>
            <a:ext cx="0" cy="6858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3" name="Date Placeholder 2">
            <a:extLst>
              <a:ext uri="{FF2B5EF4-FFF2-40B4-BE49-F238E27FC236}">
                <a16:creationId xmlns:a16="http://schemas.microsoft.com/office/drawing/2014/main" id="{68FF6D8B-36A2-DF79-CDB9-885694DCA71D}"/>
              </a:ext>
            </a:extLst>
          </p:cNvPr>
          <p:cNvSpPr>
            <a:spLocks noGrp="1"/>
          </p:cNvSpPr>
          <p:nvPr>
            <p:ph type="dt" sz="half" idx="15"/>
          </p:nvPr>
        </p:nvSpPr>
        <p:spPr>
          <a:xfrm rot="5400000">
            <a:off x="-997745" y="4687095"/>
            <a:ext cx="2706690" cy="365125"/>
          </a:xfrm>
        </p:spPr>
        <p:txBody>
          <a:bodyPr/>
          <a:lstStyle/>
          <a:p>
            <a:fld id="{3CBC1C18-307B-4F68-A007-B5B542270E8D}" type="datetimeFigureOut">
              <a:rPr lang="en-US" smtClean="0"/>
              <a:t>8/24/2026</a:t>
            </a:fld>
            <a:endParaRPr lang="en-US" dirty="0"/>
          </a:p>
        </p:txBody>
      </p:sp>
      <p:sp>
        <p:nvSpPr>
          <p:cNvPr id="5" name="Footer Placeholder 4">
            <a:extLst>
              <a:ext uri="{FF2B5EF4-FFF2-40B4-BE49-F238E27FC236}">
                <a16:creationId xmlns:a16="http://schemas.microsoft.com/office/drawing/2014/main" id="{63A2396A-E38F-CC9C-7303-71F99D082082}"/>
              </a:ext>
            </a:extLst>
          </p:cNvPr>
          <p:cNvSpPr>
            <a:spLocks noGrp="1"/>
          </p:cNvSpPr>
          <p:nvPr>
            <p:ph type="ftr" sz="quarter" idx="16"/>
          </p:nvPr>
        </p:nvSpPr>
        <p:spPr>
          <a:xfrm rot="16200000" flipH="1">
            <a:off x="-1131161" y="1592957"/>
            <a:ext cx="2973522" cy="365125"/>
          </a:xfrm>
        </p:spPr>
        <p:txBody>
          <a:bodyPr/>
          <a:lstStyle/>
          <a:p>
            <a:r>
              <a:rPr lang="en-US"/>
              <a:t>
              </a:t>
            </a:r>
            <a:endParaRPr lang="en-US" dirty="0"/>
          </a:p>
        </p:txBody>
      </p:sp>
      <p:sp>
        <p:nvSpPr>
          <p:cNvPr id="6" name="Slide Number Placeholder 5">
            <a:extLst>
              <a:ext uri="{FF2B5EF4-FFF2-40B4-BE49-F238E27FC236}">
                <a16:creationId xmlns:a16="http://schemas.microsoft.com/office/drawing/2014/main" id="{483B0E4B-031C-4F2A-1993-D824DD71F7DE}"/>
              </a:ext>
            </a:extLst>
          </p:cNvPr>
          <p:cNvSpPr>
            <a:spLocks noGrp="1"/>
          </p:cNvSpPr>
          <p:nvPr>
            <p:ph type="sldNum" sz="quarter" idx="17"/>
          </p:nvPr>
        </p:nvSpPr>
        <p:spPr>
          <a:xfrm>
            <a:off x="51117" y="6356350"/>
            <a:ext cx="574620" cy="365125"/>
          </a:xfrm>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625056448"/>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p:cSld name="Content with Picture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31520" y="583413"/>
            <a:ext cx="4361688" cy="1262639"/>
          </a:xfrm>
        </p:spPr>
        <p:txBody>
          <a:bodyPr anchor="b">
            <a:noAutofit/>
          </a:bodyPr>
          <a:lstStyle>
            <a:lvl1pPr>
              <a:defRPr sz="3200">
                <a:solidFill>
                  <a:schemeClr val="tx1"/>
                </a:solidFill>
              </a:defRPr>
            </a:lvl1pPr>
          </a:lstStyle>
          <a:p>
            <a:r>
              <a:rPr lang="en-US"/>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731520" y="1979461"/>
            <a:ext cx="4360863" cy="4329264"/>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5745480" y="0"/>
            <a:ext cx="6446520" cy="6858000"/>
          </a:xfrm>
          <a:blipFill>
            <a:blip r:embed="rId2">
              <a:alphaModFix amt="70000"/>
              <a:extLst>
                <a:ext uri="{28A0092B-C50C-407E-A947-70E740481C1C}">
                  <a14:useLocalDpi xmlns:a14="http://schemas.microsoft.com/office/drawing/2010/main" val="0"/>
                </a:ext>
              </a:extLst>
            </a:blip>
            <a:stretch>
              <a:fillRect/>
            </a:stretch>
          </a:blipFill>
        </p:spPr>
        <p:txBody>
          <a:bodyPr/>
          <a:lstStyle>
            <a:lvl1pPr>
              <a:defRPr>
                <a:solidFill>
                  <a:schemeClr val="tx1"/>
                </a:solidFill>
              </a:defRPr>
            </a:lvl1pPr>
          </a:lstStyle>
          <a:p>
            <a:r>
              <a:rPr lang="en-US"/>
              <a:t> </a:t>
            </a:r>
          </a:p>
        </p:txBody>
      </p:sp>
      <p:cxnSp>
        <p:nvCxnSpPr>
          <p:cNvPr id="5" name="Straight Connector 4">
            <a:extLst>
              <a:ext uri="{FF2B5EF4-FFF2-40B4-BE49-F238E27FC236}">
                <a16:creationId xmlns:a16="http://schemas.microsoft.com/office/drawing/2014/main" id="{1481977D-48BC-F135-96F9-1655E4BEE673}"/>
              </a:ext>
              <a:ext uri="{C183D7F6-B498-43B3-948B-1728B52AA6E4}">
                <adec:decorative xmlns:adec="http://schemas.microsoft.com/office/drawing/2017/decorative" val="1"/>
              </a:ext>
            </a:extLst>
          </p:cNvPr>
          <p:cNvCxnSpPr>
            <a:cxnSpLocks/>
          </p:cNvCxnSpPr>
          <p:nvPr/>
        </p:nvCxnSpPr>
        <p:spPr>
          <a:xfrm>
            <a:off x="5732126" y="0"/>
            <a:ext cx="0" cy="6858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Date Placeholder 2">
            <a:extLst>
              <a:ext uri="{FF2B5EF4-FFF2-40B4-BE49-F238E27FC236}">
                <a16:creationId xmlns:a16="http://schemas.microsoft.com/office/drawing/2014/main" id="{EA981C2C-E0DD-29A7-8209-50D664881524}"/>
              </a:ext>
            </a:extLst>
          </p:cNvPr>
          <p:cNvSpPr>
            <a:spLocks noGrp="1"/>
          </p:cNvSpPr>
          <p:nvPr>
            <p:ph type="dt" sz="half" idx="15"/>
          </p:nvPr>
        </p:nvSpPr>
        <p:spPr>
          <a:xfrm rot="5400000">
            <a:off x="-997745" y="4687095"/>
            <a:ext cx="2706690" cy="365125"/>
          </a:xfrm>
        </p:spPr>
        <p:txBody>
          <a:bodyPr/>
          <a:lstStyle/>
          <a:p>
            <a:fld id="{3CBC1C18-307B-4F68-A007-B5B542270E8D}" type="datetimeFigureOut">
              <a:rPr lang="en-US" smtClean="0"/>
              <a:t>8/24/2026</a:t>
            </a:fld>
            <a:endParaRPr lang="en-US" dirty="0"/>
          </a:p>
        </p:txBody>
      </p:sp>
      <p:sp>
        <p:nvSpPr>
          <p:cNvPr id="6" name="Footer Placeholder 4">
            <a:extLst>
              <a:ext uri="{FF2B5EF4-FFF2-40B4-BE49-F238E27FC236}">
                <a16:creationId xmlns:a16="http://schemas.microsoft.com/office/drawing/2014/main" id="{D205369F-8CCB-402F-9055-2BF12262B54D}"/>
              </a:ext>
            </a:extLst>
          </p:cNvPr>
          <p:cNvSpPr>
            <a:spLocks noGrp="1"/>
          </p:cNvSpPr>
          <p:nvPr>
            <p:ph type="ftr" sz="quarter" idx="16"/>
          </p:nvPr>
        </p:nvSpPr>
        <p:spPr>
          <a:xfrm rot="16200000" flipH="1">
            <a:off x="-1131161" y="1592957"/>
            <a:ext cx="2973522" cy="365125"/>
          </a:xfrm>
        </p:spPr>
        <p:txBody>
          <a:bodyPr/>
          <a:lstStyle/>
          <a:p>
            <a:r>
              <a:rPr lang="en-US"/>
              <a:t>
              </a:t>
            </a:r>
            <a:endParaRPr lang="en-US" dirty="0"/>
          </a:p>
        </p:txBody>
      </p:sp>
      <p:sp>
        <p:nvSpPr>
          <p:cNvPr id="7" name="Slide Number Placeholder 5">
            <a:extLst>
              <a:ext uri="{FF2B5EF4-FFF2-40B4-BE49-F238E27FC236}">
                <a16:creationId xmlns:a16="http://schemas.microsoft.com/office/drawing/2014/main" id="{133591F2-4BD3-37D0-B00E-B2CD5F47A36C}"/>
              </a:ext>
            </a:extLst>
          </p:cNvPr>
          <p:cNvSpPr>
            <a:spLocks noGrp="1"/>
          </p:cNvSpPr>
          <p:nvPr>
            <p:ph type="sldNum" sz="quarter" idx="17"/>
          </p:nvPr>
        </p:nvSpPr>
        <p:spPr>
          <a:xfrm>
            <a:off x="51117" y="6356350"/>
            <a:ext cx="574620" cy="365125"/>
          </a:xfrm>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3797191166"/>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p:cSld name="Content with Picture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31520" y="320040"/>
            <a:ext cx="4572000" cy="932688"/>
          </a:xfrm>
        </p:spPr>
        <p:txBody>
          <a:bodyPr anchor="b"/>
          <a:lstStyle>
            <a:lvl1pPr>
              <a:defRPr sz="3200">
                <a:solidFill>
                  <a:schemeClr val="tx1"/>
                </a:solidFill>
              </a:defRPr>
            </a:lvl1pPr>
          </a:lstStyle>
          <a:p>
            <a:r>
              <a:rPr lang="en-US"/>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731520" y="1380744"/>
            <a:ext cx="4572000" cy="498348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5917720" y="0"/>
            <a:ext cx="6274279" cy="6858000"/>
          </a:xfrm>
          <a:blipFill>
            <a:blip r:embed="rId2">
              <a:alphaModFix amt="70000"/>
              <a:extLst>
                <a:ext uri="{28A0092B-C50C-407E-A947-70E740481C1C}">
                  <a14:useLocalDpi xmlns:a14="http://schemas.microsoft.com/office/drawing/2010/main" val="0"/>
                </a:ext>
              </a:extLst>
            </a:blip>
            <a:stretch>
              <a:fillRect/>
            </a:stretch>
          </a:blipFill>
        </p:spPr>
        <p:txBody>
          <a:bodyPr/>
          <a:lstStyle>
            <a:lvl1pPr>
              <a:defRPr>
                <a:solidFill>
                  <a:schemeClr val="tx1"/>
                </a:solidFill>
              </a:defRPr>
            </a:lvl1pPr>
          </a:lstStyle>
          <a:p>
            <a:r>
              <a:rPr lang="en-US"/>
              <a:t> </a:t>
            </a:r>
          </a:p>
        </p:txBody>
      </p:sp>
      <p:cxnSp>
        <p:nvCxnSpPr>
          <p:cNvPr id="5" name="Straight Connector 4">
            <a:extLst>
              <a:ext uri="{FF2B5EF4-FFF2-40B4-BE49-F238E27FC236}">
                <a16:creationId xmlns:a16="http://schemas.microsoft.com/office/drawing/2014/main" id="{B18BEB48-A052-9364-6EF6-F698004CA571}"/>
              </a:ext>
              <a:ext uri="{C183D7F6-B498-43B3-948B-1728B52AA6E4}">
                <adec:decorative xmlns:adec="http://schemas.microsoft.com/office/drawing/2017/decorative" val="1"/>
              </a:ext>
            </a:extLst>
          </p:cNvPr>
          <p:cNvCxnSpPr>
            <a:cxnSpLocks/>
          </p:cNvCxnSpPr>
          <p:nvPr/>
        </p:nvCxnSpPr>
        <p:spPr>
          <a:xfrm>
            <a:off x="5911724" y="0"/>
            <a:ext cx="0" cy="6858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Date Placeholder 2">
            <a:extLst>
              <a:ext uri="{FF2B5EF4-FFF2-40B4-BE49-F238E27FC236}">
                <a16:creationId xmlns:a16="http://schemas.microsoft.com/office/drawing/2014/main" id="{417D8113-ECE6-D6F5-9CA4-C96A535F4799}"/>
              </a:ext>
            </a:extLst>
          </p:cNvPr>
          <p:cNvSpPr>
            <a:spLocks noGrp="1"/>
          </p:cNvSpPr>
          <p:nvPr>
            <p:ph type="dt" sz="half" idx="15"/>
          </p:nvPr>
        </p:nvSpPr>
        <p:spPr>
          <a:xfrm rot="5400000">
            <a:off x="-997745" y="4687095"/>
            <a:ext cx="2706690" cy="365125"/>
          </a:xfrm>
        </p:spPr>
        <p:txBody>
          <a:bodyPr/>
          <a:lstStyle/>
          <a:p>
            <a:fld id="{3CBC1C18-307B-4F68-A007-B5B542270E8D}" type="datetimeFigureOut">
              <a:rPr lang="en-US" smtClean="0"/>
              <a:t>8/24/2026</a:t>
            </a:fld>
            <a:endParaRPr lang="en-US" dirty="0"/>
          </a:p>
        </p:txBody>
      </p:sp>
      <p:sp>
        <p:nvSpPr>
          <p:cNvPr id="6" name="Footer Placeholder 4">
            <a:extLst>
              <a:ext uri="{FF2B5EF4-FFF2-40B4-BE49-F238E27FC236}">
                <a16:creationId xmlns:a16="http://schemas.microsoft.com/office/drawing/2014/main" id="{629A0137-F97A-8194-464D-3B7D4814A8AE}"/>
              </a:ext>
            </a:extLst>
          </p:cNvPr>
          <p:cNvSpPr>
            <a:spLocks noGrp="1"/>
          </p:cNvSpPr>
          <p:nvPr>
            <p:ph type="ftr" sz="quarter" idx="16"/>
          </p:nvPr>
        </p:nvSpPr>
        <p:spPr>
          <a:xfrm rot="16200000" flipH="1">
            <a:off x="-1131161" y="1592957"/>
            <a:ext cx="2973522" cy="365125"/>
          </a:xfrm>
        </p:spPr>
        <p:txBody>
          <a:bodyPr/>
          <a:lstStyle/>
          <a:p>
            <a:r>
              <a:rPr lang="en-US"/>
              <a:t>
              </a:t>
            </a:r>
            <a:endParaRPr lang="en-US" dirty="0"/>
          </a:p>
        </p:txBody>
      </p:sp>
      <p:sp>
        <p:nvSpPr>
          <p:cNvPr id="7" name="Slide Number Placeholder 5">
            <a:extLst>
              <a:ext uri="{FF2B5EF4-FFF2-40B4-BE49-F238E27FC236}">
                <a16:creationId xmlns:a16="http://schemas.microsoft.com/office/drawing/2014/main" id="{E3FE5686-63A9-B1A1-5734-F96A96514650}"/>
              </a:ext>
            </a:extLst>
          </p:cNvPr>
          <p:cNvSpPr>
            <a:spLocks noGrp="1"/>
          </p:cNvSpPr>
          <p:nvPr>
            <p:ph type="sldNum" sz="quarter" idx="17"/>
          </p:nvPr>
        </p:nvSpPr>
        <p:spPr>
          <a:xfrm>
            <a:off x="51117" y="6356350"/>
            <a:ext cx="574620" cy="365125"/>
          </a:xfrm>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683118583"/>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31520" y="5012268"/>
            <a:ext cx="3739896" cy="1390330"/>
          </a:xfrm>
        </p:spPr>
        <p:txBody>
          <a:bodyPr anchor="t">
            <a:normAutofit/>
          </a:bodyPr>
          <a:lstStyle>
            <a:lvl1pPr>
              <a:defRPr sz="3200">
                <a:solidFill>
                  <a:schemeClr val="tx1"/>
                </a:solidFill>
              </a:defRPr>
            </a:lvl1pPr>
          </a:lstStyle>
          <a:p>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 y="0"/>
            <a:ext cx="12192000" cy="4635132"/>
          </a:xfrm>
          <a:blipFill>
            <a:blip r:embed="rId2">
              <a:alphaModFix amt="70000"/>
              <a:extLst>
                <a:ext uri="{28A0092B-C50C-407E-A947-70E740481C1C}">
                  <a14:useLocalDpi xmlns:a14="http://schemas.microsoft.com/office/drawing/2010/main" val="0"/>
                </a:ext>
              </a:extLst>
            </a:blip>
            <a:stretch>
              <a:fillRect/>
            </a:stretch>
          </a:blipFill>
        </p:spPr>
        <p:txBody>
          <a:bodyPr/>
          <a:lstStyle>
            <a:lvl1pPr>
              <a:defRPr>
                <a:solidFill>
                  <a:schemeClr val="tx1"/>
                </a:solidFill>
              </a:defRPr>
            </a:lvl1pPr>
          </a:lstStyle>
          <a:p>
            <a:r>
              <a:rPr lang="en-US"/>
              <a:t> </a:t>
            </a:r>
          </a:p>
        </p:txBody>
      </p:sp>
      <p:sp>
        <p:nvSpPr>
          <p:cNvPr id="4" name="Footer Placeholder 5">
            <a:extLst>
              <a:ext uri="{FF2B5EF4-FFF2-40B4-BE49-F238E27FC236}">
                <a16:creationId xmlns:a16="http://schemas.microsoft.com/office/drawing/2014/main" id="{485E715F-A05B-F2BC-ABF4-447E9B58E0C2}"/>
              </a:ext>
            </a:extLst>
          </p:cNvPr>
          <p:cNvSpPr>
            <a:spLocks noGrp="1"/>
          </p:cNvSpPr>
          <p:nvPr>
            <p:ph type="ftr" sz="quarter" idx="15"/>
          </p:nvPr>
        </p:nvSpPr>
        <p:spPr>
          <a:xfrm rot="16200000">
            <a:off x="-499001" y="5684309"/>
            <a:ext cx="1709209" cy="365125"/>
          </a:xfrm>
        </p:spPr>
        <p:txBody>
          <a:bodyPr/>
          <a:lstStyle/>
          <a:p>
            <a:r>
              <a:rPr lang="en-US"/>
              <a:t>
              </a:t>
            </a:r>
            <a:endParaRPr lang="en-US" dirty="0"/>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846320" y="5012267"/>
            <a:ext cx="6400800" cy="1390330"/>
          </a:xfrm>
        </p:spPr>
        <p:txBody>
          <a:bodyPr>
            <a:noAutofit/>
          </a:bodyPr>
          <a:lstStyle>
            <a:lvl1pPr marL="0" indent="0">
              <a:buFont typeface="Arial" panose="020B0604020202020204" pitchFamily="34" charset="0"/>
              <a:buNone/>
              <a:defRPr sz="1800">
                <a:solidFill>
                  <a:schemeClr val="tx1"/>
                </a:solidFill>
              </a:defRPr>
            </a:lvl1pPr>
            <a:lvl2pPr marL="228600" indent="0">
              <a:buFont typeface="Arial" panose="020B0604020202020204" pitchFamily="34" charset="0"/>
              <a:buNone/>
              <a:defRPr sz="1600">
                <a:solidFill>
                  <a:schemeClr val="tx1"/>
                </a:solidFill>
              </a:defRPr>
            </a:lvl2pPr>
            <a:lvl3pPr marL="457200" indent="0">
              <a:buFont typeface="Arial" panose="020B0604020202020204" pitchFamily="34" charset="0"/>
              <a:buNone/>
              <a:defRPr sz="1400">
                <a:solidFill>
                  <a:schemeClr val="tx1"/>
                </a:solidFill>
              </a:defRPr>
            </a:lvl3pPr>
            <a:lvl4pPr marL="685800" indent="0">
              <a:buFont typeface="Arial" panose="020B0604020202020204" pitchFamily="34" charset="0"/>
              <a:buNone/>
              <a:defRPr sz="1200">
                <a:solidFill>
                  <a:schemeClr val="tx1"/>
                </a:solidFill>
              </a:defRPr>
            </a:lvl4pPr>
            <a:lvl5pPr marL="914400" indent="0">
              <a:buFont typeface="Arial" panose="020B0604020202020204" pitchFamily="34" charset="0"/>
              <a:buNone/>
              <a:defRPr sz="11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rot="5400000">
            <a:off x="11173959" y="5435073"/>
            <a:ext cx="1210734" cy="365125"/>
          </a:xfrm>
        </p:spPr>
        <p:txBody>
          <a:bodyPr/>
          <a:lstStyle>
            <a:lvl1pPr>
              <a:defRPr>
                <a:solidFill>
                  <a:schemeClr val="tx1"/>
                </a:solidFill>
              </a:defRPr>
            </a:lvl1pPr>
          </a:lstStyle>
          <a:p>
            <a:fld id="{3CBC1C18-307B-4F68-A007-B5B542270E8D}" type="datetimeFigureOut">
              <a:rPr lang="en-US" smtClean="0"/>
              <a:t>8/24/2026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6D22F896-40B5-4ADD-8801-0D06FADFA095}" type="slidenum">
              <a:rPr lang="en-US" smtClean="0"/>
              <a:pPr/>
              <a:t>‹#›</a:t>
            </a:fld>
            <a:endParaRPr lang="en-US" dirty="0"/>
          </a:p>
        </p:txBody>
      </p:sp>
      <p:cxnSp>
        <p:nvCxnSpPr>
          <p:cNvPr id="3" name="Straight Connector 2">
            <a:extLst>
              <a:ext uri="{FF2B5EF4-FFF2-40B4-BE49-F238E27FC236}">
                <a16:creationId xmlns:a16="http://schemas.microsoft.com/office/drawing/2014/main" id="{2A2B6090-1D21-5610-7943-4C4F96A6C767}"/>
              </a:ext>
              <a:ext uri="{C183D7F6-B498-43B3-948B-1728B52AA6E4}">
                <adec:decorative xmlns:adec="http://schemas.microsoft.com/office/drawing/2017/decorative" val="1"/>
              </a:ext>
            </a:extLst>
          </p:cNvPr>
          <p:cNvCxnSpPr>
            <a:cxnSpLocks/>
          </p:cNvCxnSpPr>
          <p:nvPr/>
        </p:nvCxnSpPr>
        <p:spPr>
          <a:xfrm flipH="1">
            <a:off x="0" y="4638230"/>
            <a:ext cx="12191996"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35489836"/>
      </p:ext>
    </p:extLst>
  </p:cSld>
  <p:clrMapOvr>
    <a:masterClrMapping/>
  </p:clrMapOvr>
  <p:hf sldNum="0"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40080" y="4882896"/>
            <a:ext cx="3657603" cy="1453896"/>
          </a:xfrm>
        </p:spPr>
        <p:txBody>
          <a:bodyPr anchor="t">
            <a:normAutofit/>
          </a:bodyPr>
          <a:lstStyle>
            <a:lvl1pPr algn="ctr">
              <a:defRPr sz="3200">
                <a:solidFill>
                  <a:schemeClr val="tx1"/>
                </a:solidFill>
              </a:defRPr>
            </a:lvl1pPr>
          </a:lstStyle>
          <a:p>
            <a:r>
              <a:rPr lang="en-US"/>
              <a:t>Click to edit Master title style</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a:t>
              </a:t>
            </a:r>
            <a:endParaRPr lang="en-US" dirty="0"/>
          </a:p>
        </p:txBody>
      </p:sp>
      <p:sp>
        <p:nvSpPr>
          <p:cNvPr id="16" name="Picture Placeholder 15">
            <a:extLst>
              <a:ext uri="{FF2B5EF4-FFF2-40B4-BE49-F238E27FC236}">
                <a16:creationId xmlns:a16="http://schemas.microsoft.com/office/drawing/2014/main" id="{838F5DE0-1AA8-5320-EBEC-7B2EEF399630}"/>
              </a:ext>
            </a:extLst>
          </p:cNvPr>
          <p:cNvSpPr>
            <a:spLocks noGrp="1"/>
          </p:cNvSpPr>
          <p:nvPr>
            <p:ph type="pic" sz="quarter" idx="13" hasCustomPrompt="1"/>
          </p:nvPr>
        </p:nvSpPr>
        <p:spPr>
          <a:xfrm>
            <a:off x="731520" y="548642"/>
            <a:ext cx="3490175" cy="4041647"/>
          </a:xfrm>
          <a:custGeom>
            <a:avLst/>
            <a:gdLst>
              <a:gd name="connsiteX0" fmla="*/ 1745088 w 3490175"/>
              <a:gd name="connsiteY0" fmla="*/ 0 h 4041647"/>
              <a:gd name="connsiteX1" fmla="*/ 3490175 w 3490175"/>
              <a:gd name="connsiteY1" fmla="*/ 1745088 h 4041647"/>
              <a:gd name="connsiteX2" fmla="*/ 3490175 w 3490175"/>
              <a:gd name="connsiteY2" fmla="*/ 3141232 h 4041647"/>
              <a:gd name="connsiteX3" fmla="*/ 3490175 w 3490175"/>
              <a:gd name="connsiteY3" fmla="*/ 3490175 h 4041647"/>
              <a:gd name="connsiteX4" fmla="*/ 3490175 w 3490175"/>
              <a:gd name="connsiteY4" fmla="*/ 4041647 h 4041647"/>
              <a:gd name="connsiteX5" fmla="*/ 0 w 3490175"/>
              <a:gd name="connsiteY5" fmla="*/ 4041647 h 4041647"/>
              <a:gd name="connsiteX6" fmla="*/ 0 w 3490175"/>
              <a:gd name="connsiteY6" fmla="*/ 3490175 h 4041647"/>
              <a:gd name="connsiteX7" fmla="*/ 0 w 3490175"/>
              <a:gd name="connsiteY7" fmla="*/ 3141232 h 4041647"/>
              <a:gd name="connsiteX8" fmla="*/ 0 w 3490175"/>
              <a:gd name="connsiteY8" fmla="*/ 1745088 h 4041647"/>
              <a:gd name="connsiteX9" fmla="*/ 1745088 w 3490175"/>
              <a:gd name="connsiteY9" fmla="*/ 0 h 40416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90175" h="4041647">
                <a:moveTo>
                  <a:pt x="1745088" y="0"/>
                </a:moveTo>
                <a:cubicBezTo>
                  <a:pt x="2708873" y="0"/>
                  <a:pt x="3490175" y="781302"/>
                  <a:pt x="3490175" y="1745088"/>
                </a:cubicBezTo>
                <a:lnTo>
                  <a:pt x="3490175" y="3141232"/>
                </a:lnTo>
                <a:lnTo>
                  <a:pt x="3490175" y="3490175"/>
                </a:lnTo>
                <a:lnTo>
                  <a:pt x="3490175" y="4041647"/>
                </a:lnTo>
                <a:lnTo>
                  <a:pt x="0" y="4041647"/>
                </a:lnTo>
                <a:lnTo>
                  <a:pt x="0" y="3490175"/>
                </a:lnTo>
                <a:lnTo>
                  <a:pt x="0" y="3141232"/>
                </a:lnTo>
                <a:lnTo>
                  <a:pt x="0" y="1745088"/>
                </a:lnTo>
                <a:cubicBezTo>
                  <a:pt x="0" y="781302"/>
                  <a:pt x="781302" y="0"/>
                  <a:pt x="1745088" y="0"/>
                </a:cubicBezTo>
                <a:close/>
              </a:path>
            </a:pathLst>
          </a:custGeom>
          <a:blipFill dpi="0" rotWithShape="1">
            <a:blip r:embed="rId2">
              <a:alphaModFix amt="81000"/>
              <a:extLst>
                <a:ext uri="{28A0092B-C50C-407E-A947-70E740481C1C}">
                  <a14:useLocalDpi xmlns:a14="http://schemas.microsoft.com/office/drawing/2010/main" val="0"/>
                </a:ext>
              </a:extLst>
            </a:blip>
            <a:srcRect/>
            <a:stretch>
              <a:fillRect/>
            </a:stretch>
          </a:blipFill>
          <a:ln w="6350">
            <a:solidFill>
              <a:schemeClr val="tx1"/>
            </a:solidFill>
          </a:ln>
        </p:spPr>
        <p:txBody>
          <a:bodyPr wrap="square">
            <a:noAutofit/>
          </a:bodyPr>
          <a:lstStyle>
            <a:lvl1pPr>
              <a:defRPr>
                <a:solidFill>
                  <a:schemeClr val="tx1"/>
                </a:solidFill>
              </a:defRPr>
            </a:lvl1pPr>
          </a:lstStyle>
          <a:p>
            <a:r>
              <a:rPr lang="en-US"/>
              <a:t> </a:t>
            </a:r>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4937760" y="549275"/>
            <a:ext cx="6561138" cy="575945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3CBC1C18-307B-4F68-A007-B5B542270E8D}" type="datetimeFigureOut">
              <a:rPr lang="en-US" smtClean="0"/>
              <a:t>8/24/2026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6D22F896-40B5-4ADD-8801-0D06FADFA095}" type="slidenum">
              <a:rPr lang="en-US" smtClean="0"/>
              <a:pPr/>
              <a:t>‹#›</a:t>
            </a:fld>
            <a:endParaRPr lang="en-US" dirty="0"/>
          </a:p>
        </p:txBody>
      </p:sp>
      <p:cxnSp>
        <p:nvCxnSpPr>
          <p:cNvPr id="3" name="Straight Connector 2">
            <a:extLst>
              <a:ext uri="{FF2B5EF4-FFF2-40B4-BE49-F238E27FC236}">
                <a16:creationId xmlns:a16="http://schemas.microsoft.com/office/drawing/2014/main" id="{619C3A72-7CAE-129F-7490-B687280EF1C9}"/>
              </a:ext>
              <a:ext uri="{C183D7F6-B498-43B3-948B-1728B52AA6E4}">
                <adec:decorative xmlns:adec="http://schemas.microsoft.com/office/drawing/2017/decorative" val="1"/>
              </a:ext>
            </a:extLst>
          </p:cNvPr>
          <p:cNvCxnSpPr>
            <a:cxnSpLocks/>
          </p:cNvCxnSpPr>
          <p:nvPr/>
        </p:nvCxnSpPr>
        <p:spPr>
          <a:xfrm>
            <a:off x="4646117" y="0"/>
            <a:ext cx="0" cy="6858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409693"/>
      </p:ext>
    </p:extLst>
  </p:cSld>
  <p:clrMapOvr>
    <a:masterClrMapping/>
  </p:clrMapOvr>
  <p:hf sldNum="0" hdr="0" ftr="0" dt="0"/>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p:cSld name="Content with Picture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18164" y="559341"/>
            <a:ext cx="10755670" cy="932688"/>
          </a:xfrm>
        </p:spPr>
        <p:txBody>
          <a:bodyPr anchor="b"/>
          <a:lstStyle/>
          <a:p>
            <a:r>
              <a:rPr lang="en-US"/>
              <a:t>Click to edit Master title style</a:t>
            </a:r>
          </a:p>
        </p:txBody>
      </p:sp>
      <p:sp>
        <p:nvSpPr>
          <p:cNvPr id="9" name="Footer Placeholder 5">
            <a:extLst>
              <a:ext uri="{FF2B5EF4-FFF2-40B4-BE49-F238E27FC236}">
                <a16:creationId xmlns:a16="http://schemas.microsoft.com/office/drawing/2014/main" id="{3C89FBB9-2C05-A4C1-ECB4-D6A5C4219E42}"/>
              </a:ext>
            </a:extLst>
          </p:cNvPr>
          <p:cNvSpPr>
            <a:spLocks noGrp="1"/>
          </p:cNvSpPr>
          <p:nvPr>
            <p:ph type="ftr" sz="quarter" idx="16"/>
          </p:nvPr>
        </p:nvSpPr>
        <p:spPr>
          <a:xfrm rot="16200000" flipH="1">
            <a:off x="-1131161" y="1592957"/>
            <a:ext cx="2973522" cy="365125"/>
          </a:xfrm>
        </p:spPr>
        <p:txBody>
          <a:bodyPr/>
          <a:lstStyle>
            <a:lvl1pPr>
              <a:defRPr>
                <a:solidFill>
                  <a:schemeClr val="tx1"/>
                </a:solidFill>
              </a:defRPr>
            </a:lvl1pPr>
          </a:lstStyle>
          <a:p>
            <a:r>
              <a:rPr lang="en-US"/>
              <a:t>
              </a:t>
            </a:r>
            <a:endParaRPr lang="en-US" dirty="0"/>
          </a:p>
        </p:txBody>
      </p:sp>
      <p:sp>
        <p:nvSpPr>
          <p:cNvPr id="3" name="Date Placeholder 4">
            <a:extLst>
              <a:ext uri="{FF2B5EF4-FFF2-40B4-BE49-F238E27FC236}">
                <a16:creationId xmlns:a16="http://schemas.microsoft.com/office/drawing/2014/main" id="{BBB07A11-50DE-6BC0-0514-6E2C14A47985}"/>
              </a:ext>
            </a:extLst>
          </p:cNvPr>
          <p:cNvSpPr>
            <a:spLocks noGrp="1"/>
          </p:cNvSpPr>
          <p:nvPr>
            <p:ph type="dt" sz="half" idx="15"/>
          </p:nvPr>
        </p:nvSpPr>
        <p:spPr>
          <a:xfrm rot="16200000" flipH="1">
            <a:off x="-997746" y="4594946"/>
            <a:ext cx="2706690" cy="365125"/>
          </a:xfrm>
        </p:spPr>
        <p:txBody>
          <a:bodyPr/>
          <a:lstStyle>
            <a:lvl1pPr algn="l">
              <a:defRPr>
                <a:solidFill>
                  <a:schemeClr val="tx1"/>
                </a:solidFill>
              </a:defRPr>
            </a:lvl1pPr>
          </a:lstStyle>
          <a:p>
            <a:fld id="{3CBC1C18-307B-4F68-A007-B5B542270E8D}" type="datetimeFigureOut">
              <a:rPr lang="en-US" smtClean="0"/>
              <a:t>8/24/2026</a:t>
            </a:fld>
            <a:endParaRPr lang="en-US" dirty="0"/>
          </a:p>
        </p:txBody>
      </p:sp>
      <p:sp>
        <p:nvSpPr>
          <p:cNvPr id="6" name="Slide Number Placeholder 6">
            <a:extLst>
              <a:ext uri="{FF2B5EF4-FFF2-40B4-BE49-F238E27FC236}">
                <a16:creationId xmlns:a16="http://schemas.microsoft.com/office/drawing/2014/main" id="{03ED5F49-F9F7-05A9-62AC-C9C8DF2EADE8}"/>
              </a:ext>
            </a:extLst>
          </p:cNvPr>
          <p:cNvSpPr>
            <a:spLocks noGrp="1"/>
          </p:cNvSpPr>
          <p:nvPr>
            <p:ph type="sldNum" sz="quarter" idx="17"/>
          </p:nvPr>
        </p:nvSpPr>
        <p:spPr>
          <a:xfrm>
            <a:off x="88569" y="6264201"/>
            <a:ext cx="574620" cy="365125"/>
          </a:xfrm>
        </p:spPr>
        <p:txBody>
          <a:bodyPr/>
          <a:lstStyle>
            <a:lvl1pPr>
              <a:defRPr>
                <a:solidFill>
                  <a:schemeClr val="tx1"/>
                </a:solidFill>
              </a:defRPr>
            </a:lvl1pPr>
          </a:lstStyle>
          <a:p>
            <a:fld id="{6D22F896-40B5-4ADD-8801-0D06FADFA095}" type="slidenum">
              <a:rPr lang="en-US" smtClean="0"/>
              <a:pPr/>
              <a:t>‹#›</a:t>
            </a:fld>
            <a:endParaRPr lang="en-US" dirty="0"/>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711200" y="1713652"/>
            <a:ext cx="4387012" cy="461294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Picture Placeholder 11">
            <a:extLst>
              <a:ext uri="{FF2B5EF4-FFF2-40B4-BE49-F238E27FC236}">
                <a16:creationId xmlns:a16="http://schemas.microsoft.com/office/drawing/2014/main" id="{96F64025-FA05-CC42-8294-F944BC95DD00}"/>
              </a:ext>
            </a:extLst>
          </p:cNvPr>
          <p:cNvSpPr>
            <a:spLocks noGrp="1"/>
          </p:cNvSpPr>
          <p:nvPr>
            <p:ph type="pic" sz="quarter" idx="13" hasCustomPrompt="1"/>
          </p:nvPr>
        </p:nvSpPr>
        <p:spPr>
          <a:xfrm>
            <a:off x="5658927" y="1713653"/>
            <a:ext cx="6533071" cy="5144347"/>
          </a:xfrm>
          <a:custGeom>
            <a:avLst/>
            <a:gdLst>
              <a:gd name="connsiteX0" fmla="*/ 0 w 6460672"/>
              <a:gd name="connsiteY0" fmla="*/ 0 h 5029200"/>
              <a:gd name="connsiteX1" fmla="*/ 6460672 w 6460672"/>
              <a:gd name="connsiteY1" fmla="*/ 0 h 5029200"/>
              <a:gd name="connsiteX2" fmla="*/ 6460672 w 6460672"/>
              <a:gd name="connsiteY2" fmla="*/ 5029200 h 5029200"/>
              <a:gd name="connsiteX3" fmla="*/ 0 w 6460672"/>
              <a:gd name="connsiteY3" fmla="*/ 5029200 h 5029200"/>
            </a:gdLst>
            <a:ahLst/>
            <a:cxnLst>
              <a:cxn ang="0">
                <a:pos x="connsiteX0" y="connsiteY0"/>
              </a:cxn>
              <a:cxn ang="0">
                <a:pos x="connsiteX1" y="connsiteY1"/>
              </a:cxn>
              <a:cxn ang="0">
                <a:pos x="connsiteX2" y="connsiteY2"/>
              </a:cxn>
              <a:cxn ang="0">
                <a:pos x="connsiteX3" y="connsiteY3"/>
              </a:cxn>
            </a:cxnLst>
            <a:rect l="l" t="t" r="r" b="b"/>
            <a:pathLst>
              <a:path w="6460672" h="5029200">
                <a:moveTo>
                  <a:pt x="0" y="0"/>
                </a:moveTo>
                <a:lnTo>
                  <a:pt x="6460672" y="0"/>
                </a:lnTo>
                <a:lnTo>
                  <a:pt x="6460672" y="5029200"/>
                </a:lnTo>
                <a:lnTo>
                  <a:pt x="0" y="5029200"/>
                </a:lnTo>
                <a:close/>
              </a:path>
            </a:pathLst>
          </a:custGeom>
          <a:blipFill>
            <a:blip r:embed="rId2">
              <a:alphaModFix amt="70000"/>
              <a:extLst>
                <a:ext uri="{28A0092B-C50C-407E-A947-70E740481C1C}">
                  <a14:useLocalDpi xmlns:a14="http://schemas.microsoft.com/office/drawing/2010/main" val="0"/>
                </a:ext>
              </a:extLst>
            </a:blip>
            <a:stretch>
              <a:fillRect/>
            </a:stretch>
          </a:blipFill>
        </p:spPr>
        <p:txBody>
          <a:bodyPr vert="horz" wrap="square" lIns="91440" tIns="45720" rIns="91440" bIns="45720" rtlCol="0">
            <a:noAutofit/>
          </a:bodyPr>
          <a:lstStyle>
            <a:lvl1pPr marL="0" indent="0">
              <a:buFont typeface="Arial" panose="020B0604020202020204" pitchFamily="34" charset="0"/>
              <a:buNone/>
              <a:defRPr lang="en-US" dirty="0"/>
            </a:lvl1pPr>
          </a:lstStyle>
          <a:p>
            <a:pPr marL="285750" lvl="0" indent="-285750"/>
            <a:r>
              <a:rPr lang="en-US"/>
              <a:t> </a:t>
            </a:r>
          </a:p>
        </p:txBody>
      </p:sp>
    </p:spTree>
    <p:extLst>
      <p:ext uri="{BB962C8B-B14F-4D97-AF65-F5344CB8AC3E}">
        <p14:creationId xmlns:p14="http://schemas.microsoft.com/office/powerpoint/2010/main" val="2444117784"/>
      </p:ext>
    </p:extLst>
  </p:cSld>
  <p:clrMapOvr>
    <a:masterClrMapping/>
  </p:clrMapOvr>
  <p:hf sldNum="0" hdr="0" ftr="0" dt="0"/>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p:cSld name="Number Large">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B7BBF55A-D91F-143D-FBB6-73995F00EAC2}"/>
              </a:ext>
            </a:extLst>
          </p:cNvPr>
          <p:cNvSpPr>
            <a:spLocks noGrp="1"/>
          </p:cNvSpPr>
          <p:nvPr>
            <p:ph type="title"/>
          </p:nvPr>
        </p:nvSpPr>
        <p:spPr>
          <a:xfrm>
            <a:off x="2057400" y="4937761"/>
            <a:ext cx="6987537" cy="1353312"/>
          </a:xfrm>
        </p:spPr>
        <p:txBody>
          <a:bodyPr anchor="t">
            <a:normAutofit/>
          </a:bodyPr>
          <a:lstStyle>
            <a:lvl1pPr>
              <a:lnSpc>
                <a:spcPct val="110000"/>
              </a:lnSpc>
              <a:spcBef>
                <a:spcPts val="1000"/>
              </a:spcBef>
              <a:defRPr sz="2800" cap="none" baseline="0">
                <a:latin typeface="+mn-lt"/>
              </a:defRPr>
            </a:lvl1pPr>
          </a:lstStyle>
          <a:p>
            <a:r>
              <a:rPr lang="en-US"/>
              <a:t>Click to edit Master title style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1"/>
                </a:solidFill>
              </a:defRPr>
            </a:lvl1pPr>
          </a:lstStyle>
          <a:p>
            <a:r>
              <a:rPr lang="en-US"/>
              <a:t>
              </a:t>
            </a:r>
            <a:endParaRPr lang="en-US" dirty="0"/>
          </a:p>
        </p:txBody>
      </p:sp>
      <p:sp>
        <p:nvSpPr>
          <p:cNvPr id="9" name="Content Placeholder 8">
            <a:extLst>
              <a:ext uri="{FF2B5EF4-FFF2-40B4-BE49-F238E27FC236}">
                <a16:creationId xmlns:a16="http://schemas.microsoft.com/office/drawing/2014/main" id="{072A4B4E-0B2F-F1BB-322A-713D1FB5F2FE}"/>
              </a:ext>
            </a:extLst>
          </p:cNvPr>
          <p:cNvSpPr>
            <a:spLocks noGrp="1"/>
          </p:cNvSpPr>
          <p:nvPr>
            <p:ph sz="quarter" idx="13" hasCustomPrompt="1"/>
          </p:nvPr>
        </p:nvSpPr>
        <p:spPr>
          <a:xfrm>
            <a:off x="2057400" y="549021"/>
            <a:ext cx="9455150" cy="4333875"/>
          </a:xfrm>
        </p:spPr>
        <p:txBody>
          <a:bodyPr anchor="b">
            <a:normAutofit/>
          </a:bodyPr>
          <a:lstStyle>
            <a:lvl1pPr>
              <a:defRPr sz="23200">
                <a:latin typeface="+mj-lt"/>
              </a:defRPr>
            </a:lvl1pPr>
          </a:lstStyle>
          <a:p>
            <a:pPr lvl="0"/>
            <a:r>
              <a:rPr lang="en-US"/>
              <a: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1"/>
                </a:solidFill>
              </a:defRPr>
            </a:lvl1pPr>
          </a:lstStyle>
          <a:p>
            <a:fld id="{3CBC1C18-307B-4F68-A007-B5B542270E8D}" type="datetimeFigureOut">
              <a:rPr lang="en-US" smtClean="0"/>
              <a:t>8/24/2026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1"/>
                </a:solidFill>
              </a:defRPr>
            </a:lvl1pPr>
          </a:lstStyle>
          <a:p>
            <a:fld id="{6D22F896-40B5-4ADD-8801-0D06FADFA095}" type="slidenum">
              <a:rPr lang="en-US" smtClean="0"/>
              <a:pPr/>
              <a:t>‹#›</a:t>
            </a:fld>
            <a:endParaRPr lang="en-US" dirty="0"/>
          </a:p>
        </p:txBody>
      </p:sp>
      <p:cxnSp>
        <p:nvCxnSpPr>
          <p:cNvPr id="7" name="Straight Connector 6">
            <a:extLst>
              <a:ext uri="{FF2B5EF4-FFF2-40B4-BE49-F238E27FC236}">
                <a16:creationId xmlns:a16="http://schemas.microsoft.com/office/drawing/2014/main" id="{8546D47F-2AE5-2705-911C-52BBD6B7D8EA}"/>
              </a:ext>
            </a:extLst>
          </p:cNvPr>
          <p:cNvCxnSpPr>
            <a:cxnSpLocks/>
          </p:cNvCxnSpPr>
          <p:nvPr/>
        </p:nvCxnSpPr>
        <p:spPr>
          <a:xfrm flipV="1">
            <a:off x="1371600" y="0"/>
            <a:ext cx="0" cy="6858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95314205"/>
      </p:ext>
    </p:extLst>
  </p:cSld>
  <p:clrMapOvr>
    <a:masterClrMapping/>
  </p:clrMapOvr>
  <p:hf sldNum="0" hdr="0" ftr="0" dt="0"/>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p:cSld name="Statem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hasCustomPrompt="1"/>
          </p:nvPr>
        </p:nvSpPr>
        <p:spPr>
          <a:xfrm>
            <a:off x="612648" y="-1228126"/>
            <a:ext cx="10652760" cy="1133856"/>
          </a:xfrm>
        </p:spPr>
        <p:txBody>
          <a:bodyPr/>
          <a:lstStyle>
            <a:lvl1pPr>
              <a:defRPr cap="none" baseline="0">
                <a:solidFill>
                  <a:schemeClr val="tx1"/>
                </a:solidFill>
              </a:defRPr>
            </a:lvl1pPr>
          </a:lstStyle>
          <a:p>
            <a:r>
              <a:rPr lang="en-US"/>
              <a:t>Click to edit master title style</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lvl1pPr>
              <a:defRPr>
                <a:solidFill>
                  <a:schemeClr val="tx1"/>
                </a:solidFill>
              </a:defRPr>
            </a:lvl1pPr>
          </a:lstStyle>
          <a:p>
            <a:r>
              <a:rPr lang="en-US"/>
              <a:t>
              </a:t>
            </a:r>
            <a:endParaRPr lang="en-US" dirty="0"/>
          </a:p>
        </p:txBody>
      </p:sp>
      <p:sp>
        <p:nvSpPr>
          <p:cNvPr id="7" name="Content Placeholder 6">
            <a:extLst>
              <a:ext uri="{FF2B5EF4-FFF2-40B4-BE49-F238E27FC236}">
                <a16:creationId xmlns:a16="http://schemas.microsoft.com/office/drawing/2014/main" id="{EAA4897F-B66E-DAD4-F56C-6152B417CC54}"/>
              </a:ext>
            </a:extLst>
          </p:cNvPr>
          <p:cNvSpPr>
            <a:spLocks noGrp="1"/>
          </p:cNvSpPr>
          <p:nvPr>
            <p:ph sz="quarter" idx="13" hasCustomPrompt="1"/>
          </p:nvPr>
        </p:nvSpPr>
        <p:spPr>
          <a:xfrm>
            <a:off x="2624138" y="2268748"/>
            <a:ext cx="6943724" cy="3954255"/>
          </a:xfrm>
        </p:spPr>
        <p:txBody>
          <a:bodyPr anchor="ctr" anchorCtr="0">
            <a:noAutofit/>
          </a:bodyPr>
          <a:lstStyle>
            <a:lvl1pPr marL="0" indent="0" algn="ctr">
              <a:lnSpc>
                <a:spcPct val="110000"/>
              </a:lnSpc>
              <a:buNone/>
              <a:defRPr sz="4400" b="0" cap="all" baseline="0">
                <a:solidFill>
                  <a:schemeClr val="tx1"/>
                </a:solidFill>
              </a:defRPr>
            </a:lvl1pPr>
            <a:lvl2pPr marL="228600" indent="0" algn="ctr">
              <a:lnSpc>
                <a:spcPct val="110000"/>
              </a:lnSpc>
              <a:buNone/>
              <a:defRPr sz="4400" b="0" cap="all" baseline="0">
                <a:solidFill>
                  <a:schemeClr val="tx1"/>
                </a:solidFill>
              </a:defRPr>
            </a:lvl2pPr>
            <a:lvl3pPr marL="457200" indent="0" algn="ctr">
              <a:lnSpc>
                <a:spcPct val="110000"/>
              </a:lnSpc>
              <a:buNone/>
              <a:defRPr sz="4400" b="0" cap="all" baseline="0">
                <a:solidFill>
                  <a:schemeClr val="tx1"/>
                </a:solidFill>
              </a:defRPr>
            </a:lvl3pPr>
            <a:lvl4pPr marL="685800" indent="0" algn="ctr">
              <a:lnSpc>
                <a:spcPct val="110000"/>
              </a:lnSpc>
              <a:buNone/>
              <a:defRPr sz="4400" b="0" cap="all" baseline="0">
                <a:solidFill>
                  <a:schemeClr val="tx1"/>
                </a:solidFill>
              </a:defRPr>
            </a:lvl4pPr>
            <a:lvl5pPr marL="914400" indent="0" algn="ctr">
              <a:lnSpc>
                <a:spcPct val="110000"/>
              </a:lnSpc>
              <a:buNone/>
              <a:defRPr sz="4400" b="0" cap="all" baseline="0">
                <a:solidFill>
                  <a:schemeClr val="tx1"/>
                </a:solidFill>
              </a:defRPr>
            </a:lvl5pPr>
          </a:lstStyle>
          <a:p>
            <a:pPr lvl="0"/>
            <a:r>
              <a:rPr lang="en-US"/>
              <a:t>Click to add Statement</a:t>
            </a:r>
          </a:p>
          <a:p>
            <a:pPr lvl="1"/>
            <a:r>
              <a:rPr lang="en-US"/>
              <a:t>Second level</a:t>
            </a:r>
          </a:p>
          <a:p>
            <a:pPr lvl="2"/>
            <a:r>
              <a:rPr lang="en-US"/>
              <a:t>Third level</a:t>
            </a:r>
          </a:p>
          <a:p>
            <a:pPr lvl="3"/>
            <a:r>
              <a:rPr lang="en-US"/>
              <a:t>Fourth level</a:t>
            </a:r>
          </a:p>
          <a:p>
            <a:pPr lvl="4"/>
            <a:r>
              <a:rPr lang="en-US"/>
              <a:t>Fifth level</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lvl1pPr>
              <a:defRPr>
                <a:solidFill>
                  <a:schemeClr val="tx1"/>
                </a:solidFill>
              </a:defRPr>
            </a:lvl1pPr>
          </a:lstStyle>
          <a:p>
            <a:fld id="{3CBC1C18-307B-4F68-A007-B5B542270E8D}" type="datetimeFigureOut">
              <a:rPr lang="en-US" smtClean="0"/>
              <a:t>8/24/2026</a:t>
            </a:fld>
            <a:endParaRPr lang="en-US" dirty="0"/>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lvl1pPr>
              <a:defRPr>
                <a:solidFill>
                  <a:schemeClr val="tx1"/>
                </a:solidFill>
              </a:defRPr>
            </a:lvl1pPr>
          </a:lstStyle>
          <a:p>
            <a:fld id="{6D22F896-40B5-4ADD-8801-0D06FADFA095}" type="slidenum">
              <a:rPr lang="en-US" smtClean="0"/>
              <a:pPr/>
              <a:t>‹#›</a:t>
            </a:fld>
            <a:endParaRPr lang="en-US" dirty="0"/>
          </a:p>
        </p:txBody>
      </p:sp>
      <p:sp>
        <p:nvSpPr>
          <p:cNvPr id="6" name="Freeform: Shape 15">
            <a:extLst>
              <a:ext uri="{FF2B5EF4-FFF2-40B4-BE49-F238E27FC236}">
                <a16:creationId xmlns:a16="http://schemas.microsoft.com/office/drawing/2014/main" id="{8EFA7EFC-C6F9-B1D5-025F-824C1CE9A204}"/>
              </a:ext>
              <a:ext uri="{C183D7F6-B498-43B3-948B-1728B52AA6E4}">
                <adec:decorative xmlns:adec="http://schemas.microsoft.com/office/drawing/2017/decorative" val="1"/>
              </a:ext>
            </a:extLst>
          </p:cNvPr>
          <p:cNvSpPr/>
          <p:nvPr/>
        </p:nvSpPr>
        <p:spPr>
          <a:xfrm rot="16200000">
            <a:off x="3057205" y="-1430380"/>
            <a:ext cx="6077590" cy="10510705"/>
          </a:xfrm>
          <a:custGeom>
            <a:avLst/>
            <a:gdLst>
              <a:gd name="connsiteX0" fmla="*/ 5325805 w 5325805"/>
              <a:gd name="connsiteY0" fmla="*/ 2714782 h 5429563"/>
              <a:gd name="connsiteX1" fmla="*/ 2611024 w 5325805"/>
              <a:gd name="connsiteY1" fmla="*/ 5429563 h 5429563"/>
              <a:gd name="connsiteX2" fmla="*/ 1942188 w 5325805"/>
              <a:gd name="connsiteY2" fmla="*/ 5429563 h 5429563"/>
              <a:gd name="connsiteX3" fmla="*/ 668836 w 5325805"/>
              <a:gd name="connsiteY3" fmla="*/ 5429563 h 5429563"/>
              <a:gd name="connsiteX4" fmla="*/ 0 w 5325805"/>
              <a:gd name="connsiteY4" fmla="*/ 5429563 h 5429563"/>
              <a:gd name="connsiteX5" fmla="*/ 0 w 5325805"/>
              <a:gd name="connsiteY5" fmla="*/ 0 h 5429563"/>
              <a:gd name="connsiteX6" fmla="*/ 668836 w 5325805"/>
              <a:gd name="connsiteY6" fmla="*/ 0 h 5429563"/>
              <a:gd name="connsiteX7" fmla="*/ 1942188 w 5325805"/>
              <a:gd name="connsiteY7" fmla="*/ 0 h 5429563"/>
              <a:gd name="connsiteX8" fmla="*/ 2611024 w 5325805"/>
              <a:gd name="connsiteY8" fmla="*/ 0 h 5429563"/>
              <a:gd name="connsiteX9" fmla="*/ 5325805 w 5325805"/>
              <a:gd name="connsiteY9" fmla="*/ 2714782 h 5429563"/>
              <a:gd name="connsiteX0" fmla="*/ 668836 w 5325805"/>
              <a:gd name="connsiteY0" fmla="*/ 5429563 h 5476799"/>
              <a:gd name="connsiteX1" fmla="*/ 0 w 5325805"/>
              <a:gd name="connsiteY1" fmla="*/ 5429563 h 5476799"/>
              <a:gd name="connsiteX2" fmla="*/ 0 w 5325805"/>
              <a:gd name="connsiteY2" fmla="*/ 0 h 5476799"/>
              <a:gd name="connsiteX3" fmla="*/ 668836 w 5325805"/>
              <a:gd name="connsiteY3" fmla="*/ 0 h 5476799"/>
              <a:gd name="connsiteX4" fmla="*/ 1942188 w 5325805"/>
              <a:gd name="connsiteY4" fmla="*/ 0 h 5476799"/>
              <a:gd name="connsiteX5" fmla="*/ 2611024 w 5325805"/>
              <a:gd name="connsiteY5" fmla="*/ 0 h 5476799"/>
              <a:gd name="connsiteX6" fmla="*/ 5325805 w 5325805"/>
              <a:gd name="connsiteY6" fmla="*/ 2714782 h 5476799"/>
              <a:gd name="connsiteX7" fmla="*/ 2611024 w 5325805"/>
              <a:gd name="connsiteY7" fmla="*/ 5429563 h 5476799"/>
              <a:gd name="connsiteX8" fmla="*/ 1942188 w 5325805"/>
              <a:gd name="connsiteY8" fmla="*/ 5429563 h 5476799"/>
              <a:gd name="connsiteX9" fmla="*/ 716072 w 5325805"/>
              <a:gd name="connsiteY9" fmla="*/ 5476799 h 5476799"/>
              <a:gd name="connsiteX0" fmla="*/ 668836 w 5325805"/>
              <a:gd name="connsiteY0" fmla="*/ 5429563 h 5429563"/>
              <a:gd name="connsiteX1" fmla="*/ 0 w 5325805"/>
              <a:gd name="connsiteY1" fmla="*/ 5429563 h 5429563"/>
              <a:gd name="connsiteX2" fmla="*/ 0 w 5325805"/>
              <a:gd name="connsiteY2" fmla="*/ 0 h 5429563"/>
              <a:gd name="connsiteX3" fmla="*/ 668836 w 5325805"/>
              <a:gd name="connsiteY3" fmla="*/ 0 h 5429563"/>
              <a:gd name="connsiteX4" fmla="*/ 1942188 w 5325805"/>
              <a:gd name="connsiteY4" fmla="*/ 0 h 5429563"/>
              <a:gd name="connsiteX5" fmla="*/ 2611024 w 5325805"/>
              <a:gd name="connsiteY5" fmla="*/ 0 h 5429563"/>
              <a:gd name="connsiteX6" fmla="*/ 5325805 w 5325805"/>
              <a:gd name="connsiteY6" fmla="*/ 2714782 h 5429563"/>
              <a:gd name="connsiteX7" fmla="*/ 2611024 w 5325805"/>
              <a:gd name="connsiteY7" fmla="*/ 5429563 h 5429563"/>
              <a:gd name="connsiteX8" fmla="*/ 1942188 w 5325805"/>
              <a:gd name="connsiteY8" fmla="*/ 5429563 h 5429563"/>
              <a:gd name="connsiteX0" fmla="*/ 0 w 5325805"/>
              <a:gd name="connsiteY0" fmla="*/ 5429563 h 5429563"/>
              <a:gd name="connsiteX1" fmla="*/ 0 w 5325805"/>
              <a:gd name="connsiteY1" fmla="*/ 0 h 5429563"/>
              <a:gd name="connsiteX2" fmla="*/ 668836 w 5325805"/>
              <a:gd name="connsiteY2" fmla="*/ 0 h 5429563"/>
              <a:gd name="connsiteX3" fmla="*/ 1942188 w 5325805"/>
              <a:gd name="connsiteY3" fmla="*/ 0 h 5429563"/>
              <a:gd name="connsiteX4" fmla="*/ 2611024 w 5325805"/>
              <a:gd name="connsiteY4" fmla="*/ 0 h 5429563"/>
              <a:gd name="connsiteX5" fmla="*/ 5325805 w 5325805"/>
              <a:gd name="connsiteY5" fmla="*/ 2714782 h 5429563"/>
              <a:gd name="connsiteX6" fmla="*/ 2611024 w 5325805"/>
              <a:gd name="connsiteY6" fmla="*/ 5429563 h 5429563"/>
              <a:gd name="connsiteX7" fmla="*/ 1942188 w 5325805"/>
              <a:gd name="connsiteY7" fmla="*/ 5429563 h 5429563"/>
              <a:gd name="connsiteX0" fmla="*/ 0 w 5325805"/>
              <a:gd name="connsiteY0" fmla="*/ 0 h 5429563"/>
              <a:gd name="connsiteX1" fmla="*/ 668836 w 5325805"/>
              <a:gd name="connsiteY1" fmla="*/ 0 h 5429563"/>
              <a:gd name="connsiteX2" fmla="*/ 1942188 w 5325805"/>
              <a:gd name="connsiteY2" fmla="*/ 0 h 5429563"/>
              <a:gd name="connsiteX3" fmla="*/ 2611024 w 5325805"/>
              <a:gd name="connsiteY3" fmla="*/ 0 h 5429563"/>
              <a:gd name="connsiteX4" fmla="*/ 5325805 w 5325805"/>
              <a:gd name="connsiteY4" fmla="*/ 2714782 h 5429563"/>
              <a:gd name="connsiteX5" fmla="*/ 2611024 w 5325805"/>
              <a:gd name="connsiteY5" fmla="*/ 5429563 h 5429563"/>
              <a:gd name="connsiteX6" fmla="*/ 1942188 w 5325805"/>
              <a:gd name="connsiteY6" fmla="*/ 5429563 h 5429563"/>
              <a:gd name="connsiteX0" fmla="*/ 0 w 4656969"/>
              <a:gd name="connsiteY0" fmla="*/ 0 h 5429563"/>
              <a:gd name="connsiteX1" fmla="*/ 1273352 w 4656969"/>
              <a:gd name="connsiteY1" fmla="*/ 0 h 5429563"/>
              <a:gd name="connsiteX2" fmla="*/ 1942188 w 4656969"/>
              <a:gd name="connsiteY2" fmla="*/ 0 h 5429563"/>
              <a:gd name="connsiteX3" fmla="*/ 4656969 w 4656969"/>
              <a:gd name="connsiteY3" fmla="*/ 2714782 h 5429563"/>
              <a:gd name="connsiteX4" fmla="*/ 1942188 w 4656969"/>
              <a:gd name="connsiteY4" fmla="*/ 5429563 h 5429563"/>
              <a:gd name="connsiteX5" fmla="*/ 1273352 w 4656969"/>
              <a:gd name="connsiteY5" fmla="*/ 5429563 h 5429563"/>
              <a:gd name="connsiteX0" fmla="*/ 0 w 3383617"/>
              <a:gd name="connsiteY0" fmla="*/ 0 h 5429563"/>
              <a:gd name="connsiteX1" fmla="*/ 668836 w 3383617"/>
              <a:gd name="connsiteY1" fmla="*/ 0 h 5429563"/>
              <a:gd name="connsiteX2" fmla="*/ 3383617 w 3383617"/>
              <a:gd name="connsiteY2" fmla="*/ 2714782 h 5429563"/>
              <a:gd name="connsiteX3" fmla="*/ 668836 w 3383617"/>
              <a:gd name="connsiteY3" fmla="*/ 5429563 h 5429563"/>
              <a:gd name="connsiteX4" fmla="*/ 0 w 3383617"/>
              <a:gd name="connsiteY4" fmla="*/ 5429563 h 5429563"/>
              <a:gd name="connsiteX0" fmla="*/ 0 w 3383617"/>
              <a:gd name="connsiteY0" fmla="*/ 0 h 5429563"/>
              <a:gd name="connsiteX1" fmla="*/ 248198 w 3383617"/>
              <a:gd name="connsiteY1" fmla="*/ 41 h 5429563"/>
              <a:gd name="connsiteX2" fmla="*/ 668836 w 3383617"/>
              <a:gd name="connsiteY2" fmla="*/ 0 h 5429563"/>
              <a:gd name="connsiteX3" fmla="*/ 3383617 w 3383617"/>
              <a:gd name="connsiteY3" fmla="*/ 2714782 h 5429563"/>
              <a:gd name="connsiteX4" fmla="*/ 668836 w 3383617"/>
              <a:gd name="connsiteY4" fmla="*/ 5429563 h 5429563"/>
              <a:gd name="connsiteX5" fmla="*/ 0 w 3383617"/>
              <a:gd name="connsiteY5" fmla="*/ 5429563 h 5429563"/>
              <a:gd name="connsiteX0" fmla="*/ 248198 w 3383617"/>
              <a:gd name="connsiteY0" fmla="*/ 41 h 5429563"/>
              <a:gd name="connsiteX1" fmla="*/ 668836 w 3383617"/>
              <a:gd name="connsiteY1" fmla="*/ 0 h 5429563"/>
              <a:gd name="connsiteX2" fmla="*/ 3383617 w 3383617"/>
              <a:gd name="connsiteY2" fmla="*/ 2714782 h 5429563"/>
              <a:gd name="connsiteX3" fmla="*/ 668836 w 3383617"/>
              <a:gd name="connsiteY3" fmla="*/ 5429563 h 5429563"/>
              <a:gd name="connsiteX4" fmla="*/ 0 w 3383617"/>
              <a:gd name="connsiteY4" fmla="*/ 5429563 h 5429563"/>
              <a:gd name="connsiteX0" fmla="*/ 4110 w 3139529"/>
              <a:gd name="connsiteY0" fmla="*/ 41 h 5429563"/>
              <a:gd name="connsiteX1" fmla="*/ 424748 w 3139529"/>
              <a:gd name="connsiteY1" fmla="*/ 0 h 5429563"/>
              <a:gd name="connsiteX2" fmla="*/ 3139529 w 3139529"/>
              <a:gd name="connsiteY2" fmla="*/ 2714782 h 5429563"/>
              <a:gd name="connsiteX3" fmla="*/ 424748 w 3139529"/>
              <a:gd name="connsiteY3" fmla="*/ 5429563 h 5429563"/>
              <a:gd name="connsiteX4" fmla="*/ 0 w 3139529"/>
              <a:gd name="connsiteY4" fmla="*/ 5429563 h 54295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39529" h="5429563">
                <a:moveTo>
                  <a:pt x="4110" y="41"/>
                </a:moveTo>
                <a:lnTo>
                  <a:pt x="424748" y="0"/>
                </a:lnTo>
                <a:cubicBezTo>
                  <a:pt x="1924080" y="0"/>
                  <a:pt x="3139529" y="1215450"/>
                  <a:pt x="3139529" y="2714782"/>
                </a:cubicBezTo>
                <a:cubicBezTo>
                  <a:pt x="3139529" y="4214114"/>
                  <a:pt x="1924080" y="5429563"/>
                  <a:pt x="424748" y="5429563"/>
                </a:cubicBezTo>
                <a:lnTo>
                  <a:pt x="0" y="5429563"/>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tx1"/>
              </a:solidFill>
            </a:endParaRPr>
          </a:p>
        </p:txBody>
      </p:sp>
    </p:spTree>
    <p:extLst>
      <p:ext uri="{BB962C8B-B14F-4D97-AF65-F5344CB8AC3E}">
        <p14:creationId xmlns:p14="http://schemas.microsoft.com/office/powerpoint/2010/main" val="1810172237"/>
      </p:ext>
    </p:extLst>
  </p:cSld>
  <p:clrMapOvr>
    <a:masterClrMapping/>
  </p:clrMapOvr>
  <p:hf sldNum="0" hdr="0" ftr="0" dt="0"/>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p:cSld name="Quote">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16D87B9B-22A3-322E-B7E8-223255AD0957}"/>
              </a:ext>
            </a:extLst>
          </p:cNvPr>
          <p:cNvSpPr>
            <a:spLocks noGrp="1"/>
          </p:cNvSpPr>
          <p:nvPr>
            <p:ph type="title" hasCustomPrompt="1"/>
          </p:nvPr>
        </p:nvSpPr>
        <p:spPr>
          <a:xfrm>
            <a:off x="2940168" y="5669280"/>
            <a:ext cx="6311664" cy="466344"/>
          </a:xfrm>
        </p:spPr>
        <p:txBody>
          <a:bodyPr anchor="ctr">
            <a:normAutofit/>
          </a:bodyPr>
          <a:lstStyle>
            <a:lvl1pPr algn="ctr">
              <a:lnSpc>
                <a:spcPct val="110000"/>
              </a:lnSpc>
              <a:spcBef>
                <a:spcPts val="1000"/>
              </a:spcBef>
              <a:defRPr sz="1800" cap="all" baseline="0">
                <a:latin typeface="+mn-lt"/>
              </a:defRPr>
            </a:lvl1pPr>
          </a:lstStyle>
          <a:p>
            <a:r>
              <a:rPr lang="en-US"/>
              <a:t>Quote Author</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1"/>
                </a:solidFill>
              </a:defRPr>
            </a:lvl1pPr>
          </a:lstStyle>
          <a:p>
            <a:r>
              <a:rPr lang="en-US"/>
              <a:t>
              </a:t>
            </a:r>
            <a:endParaRPr lang="en-US" dirty="0"/>
          </a:p>
        </p:txBody>
      </p:sp>
      <p:sp>
        <p:nvSpPr>
          <p:cNvPr id="8" name="Content Placeholder 8">
            <a:extLst>
              <a:ext uri="{FF2B5EF4-FFF2-40B4-BE49-F238E27FC236}">
                <a16:creationId xmlns:a16="http://schemas.microsoft.com/office/drawing/2014/main" id="{6A9BC83F-8FE5-5223-2B3A-6E122D336309}"/>
              </a:ext>
            </a:extLst>
          </p:cNvPr>
          <p:cNvSpPr>
            <a:spLocks noGrp="1"/>
          </p:cNvSpPr>
          <p:nvPr>
            <p:ph sz="quarter" idx="13" hasCustomPrompt="1"/>
          </p:nvPr>
        </p:nvSpPr>
        <p:spPr>
          <a:xfrm>
            <a:off x="2597135" y="1744578"/>
            <a:ext cx="6997730" cy="3507906"/>
          </a:xfrm>
        </p:spPr>
        <p:txBody>
          <a:bodyPr anchor="b">
            <a:normAutofit/>
          </a:bodyPr>
          <a:lstStyle>
            <a:lvl1pPr algn="ctr">
              <a:lnSpc>
                <a:spcPct val="100000"/>
              </a:lnSpc>
              <a:spcBef>
                <a:spcPts val="0"/>
              </a:spcBef>
              <a:defRPr sz="6000" cap="all" baseline="0">
                <a:latin typeface="+mn-lt"/>
              </a:defRPr>
            </a:lvl1pPr>
          </a:lstStyle>
          <a:p>
            <a:pPr lvl="0"/>
            <a:r>
              <a:rPr lang="en-US"/>
              <a:t>Click to add Quote</a:t>
            </a:r>
          </a:p>
        </p:txBody>
      </p:sp>
      <p:sp>
        <p:nvSpPr>
          <p:cNvPr id="9" name="Freeform: Shape 15">
            <a:extLst>
              <a:ext uri="{FF2B5EF4-FFF2-40B4-BE49-F238E27FC236}">
                <a16:creationId xmlns:a16="http://schemas.microsoft.com/office/drawing/2014/main" id="{9F353A57-FA3C-A68C-4908-E774A52CB1B6}"/>
              </a:ext>
              <a:ext uri="{C183D7F6-B498-43B3-948B-1728B52AA6E4}">
                <adec:decorative xmlns:adec="http://schemas.microsoft.com/office/drawing/2017/decorative" val="1"/>
              </a:ext>
            </a:extLst>
          </p:cNvPr>
          <p:cNvSpPr/>
          <p:nvPr/>
        </p:nvSpPr>
        <p:spPr>
          <a:xfrm rot="16200000">
            <a:off x="2811380" y="-1681974"/>
            <a:ext cx="6569242" cy="10510705"/>
          </a:xfrm>
          <a:custGeom>
            <a:avLst/>
            <a:gdLst>
              <a:gd name="connsiteX0" fmla="*/ 5325805 w 5325805"/>
              <a:gd name="connsiteY0" fmla="*/ 2714782 h 5429563"/>
              <a:gd name="connsiteX1" fmla="*/ 2611024 w 5325805"/>
              <a:gd name="connsiteY1" fmla="*/ 5429563 h 5429563"/>
              <a:gd name="connsiteX2" fmla="*/ 1942188 w 5325805"/>
              <a:gd name="connsiteY2" fmla="*/ 5429563 h 5429563"/>
              <a:gd name="connsiteX3" fmla="*/ 668836 w 5325805"/>
              <a:gd name="connsiteY3" fmla="*/ 5429563 h 5429563"/>
              <a:gd name="connsiteX4" fmla="*/ 0 w 5325805"/>
              <a:gd name="connsiteY4" fmla="*/ 5429563 h 5429563"/>
              <a:gd name="connsiteX5" fmla="*/ 0 w 5325805"/>
              <a:gd name="connsiteY5" fmla="*/ 0 h 5429563"/>
              <a:gd name="connsiteX6" fmla="*/ 668836 w 5325805"/>
              <a:gd name="connsiteY6" fmla="*/ 0 h 5429563"/>
              <a:gd name="connsiteX7" fmla="*/ 1942188 w 5325805"/>
              <a:gd name="connsiteY7" fmla="*/ 0 h 5429563"/>
              <a:gd name="connsiteX8" fmla="*/ 2611024 w 5325805"/>
              <a:gd name="connsiteY8" fmla="*/ 0 h 5429563"/>
              <a:gd name="connsiteX9" fmla="*/ 5325805 w 5325805"/>
              <a:gd name="connsiteY9" fmla="*/ 2714782 h 5429563"/>
              <a:gd name="connsiteX0" fmla="*/ 668836 w 5325805"/>
              <a:gd name="connsiteY0" fmla="*/ 5429563 h 5476799"/>
              <a:gd name="connsiteX1" fmla="*/ 0 w 5325805"/>
              <a:gd name="connsiteY1" fmla="*/ 5429563 h 5476799"/>
              <a:gd name="connsiteX2" fmla="*/ 0 w 5325805"/>
              <a:gd name="connsiteY2" fmla="*/ 0 h 5476799"/>
              <a:gd name="connsiteX3" fmla="*/ 668836 w 5325805"/>
              <a:gd name="connsiteY3" fmla="*/ 0 h 5476799"/>
              <a:gd name="connsiteX4" fmla="*/ 1942188 w 5325805"/>
              <a:gd name="connsiteY4" fmla="*/ 0 h 5476799"/>
              <a:gd name="connsiteX5" fmla="*/ 2611024 w 5325805"/>
              <a:gd name="connsiteY5" fmla="*/ 0 h 5476799"/>
              <a:gd name="connsiteX6" fmla="*/ 5325805 w 5325805"/>
              <a:gd name="connsiteY6" fmla="*/ 2714782 h 5476799"/>
              <a:gd name="connsiteX7" fmla="*/ 2611024 w 5325805"/>
              <a:gd name="connsiteY7" fmla="*/ 5429563 h 5476799"/>
              <a:gd name="connsiteX8" fmla="*/ 1942188 w 5325805"/>
              <a:gd name="connsiteY8" fmla="*/ 5429563 h 5476799"/>
              <a:gd name="connsiteX9" fmla="*/ 716072 w 5325805"/>
              <a:gd name="connsiteY9" fmla="*/ 5476799 h 5476799"/>
              <a:gd name="connsiteX0" fmla="*/ 668836 w 5325805"/>
              <a:gd name="connsiteY0" fmla="*/ 5429563 h 5429563"/>
              <a:gd name="connsiteX1" fmla="*/ 0 w 5325805"/>
              <a:gd name="connsiteY1" fmla="*/ 5429563 h 5429563"/>
              <a:gd name="connsiteX2" fmla="*/ 0 w 5325805"/>
              <a:gd name="connsiteY2" fmla="*/ 0 h 5429563"/>
              <a:gd name="connsiteX3" fmla="*/ 668836 w 5325805"/>
              <a:gd name="connsiteY3" fmla="*/ 0 h 5429563"/>
              <a:gd name="connsiteX4" fmla="*/ 1942188 w 5325805"/>
              <a:gd name="connsiteY4" fmla="*/ 0 h 5429563"/>
              <a:gd name="connsiteX5" fmla="*/ 2611024 w 5325805"/>
              <a:gd name="connsiteY5" fmla="*/ 0 h 5429563"/>
              <a:gd name="connsiteX6" fmla="*/ 5325805 w 5325805"/>
              <a:gd name="connsiteY6" fmla="*/ 2714782 h 5429563"/>
              <a:gd name="connsiteX7" fmla="*/ 2611024 w 5325805"/>
              <a:gd name="connsiteY7" fmla="*/ 5429563 h 5429563"/>
              <a:gd name="connsiteX8" fmla="*/ 1942188 w 5325805"/>
              <a:gd name="connsiteY8" fmla="*/ 5429563 h 5429563"/>
              <a:gd name="connsiteX0" fmla="*/ 0 w 5325805"/>
              <a:gd name="connsiteY0" fmla="*/ 5429563 h 5429563"/>
              <a:gd name="connsiteX1" fmla="*/ 0 w 5325805"/>
              <a:gd name="connsiteY1" fmla="*/ 0 h 5429563"/>
              <a:gd name="connsiteX2" fmla="*/ 668836 w 5325805"/>
              <a:gd name="connsiteY2" fmla="*/ 0 h 5429563"/>
              <a:gd name="connsiteX3" fmla="*/ 1942188 w 5325805"/>
              <a:gd name="connsiteY3" fmla="*/ 0 h 5429563"/>
              <a:gd name="connsiteX4" fmla="*/ 2611024 w 5325805"/>
              <a:gd name="connsiteY4" fmla="*/ 0 h 5429563"/>
              <a:gd name="connsiteX5" fmla="*/ 5325805 w 5325805"/>
              <a:gd name="connsiteY5" fmla="*/ 2714782 h 5429563"/>
              <a:gd name="connsiteX6" fmla="*/ 2611024 w 5325805"/>
              <a:gd name="connsiteY6" fmla="*/ 5429563 h 5429563"/>
              <a:gd name="connsiteX7" fmla="*/ 1942188 w 5325805"/>
              <a:gd name="connsiteY7" fmla="*/ 5429563 h 5429563"/>
              <a:gd name="connsiteX0" fmla="*/ 0 w 5325805"/>
              <a:gd name="connsiteY0" fmla="*/ 0 h 5429563"/>
              <a:gd name="connsiteX1" fmla="*/ 668836 w 5325805"/>
              <a:gd name="connsiteY1" fmla="*/ 0 h 5429563"/>
              <a:gd name="connsiteX2" fmla="*/ 1942188 w 5325805"/>
              <a:gd name="connsiteY2" fmla="*/ 0 h 5429563"/>
              <a:gd name="connsiteX3" fmla="*/ 2611024 w 5325805"/>
              <a:gd name="connsiteY3" fmla="*/ 0 h 5429563"/>
              <a:gd name="connsiteX4" fmla="*/ 5325805 w 5325805"/>
              <a:gd name="connsiteY4" fmla="*/ 2714782 h 5429563"/>
              <a:gd name="connsiteX5" fmla="*/ 2611024 w 5325805"/>
              <a:gd name="connsiteY5" fmla="*/ 5429563 h 5429563"/>
              <a:gd name="connsiteX6" fmla="*/ 1942188 w 5325805"/>
              <a:gd name="connsiteY6" fmla="*/ 5429563 h 5429563"/>
              <a:gd name="connsiteX0" fmla="*/ 0 w 4656969"/>
              <a:gd name="connsiteY0" fmla="*/ 0 h 5429563"/>
              <a:gd name="connsiteX1" fmla="*/ 1273352 w 4656969"/>
              <a:gd name="connsiteY1" fmla="*/ 0 h 5429563"/>
              <a:gd name="connsiteX2" fmla="*/ 1942188 w 4656969"/>
              <a:gd name="connsiteY2" fmla="*/ 0 h 5429563"/>
              <a:gd name="connsiteX3" fmla="*/ 4656969 w 4656969"/>
              <a:gd name="connsiteY3" fmla="*/ 2714782 h 5429563"/>
              <a:gd name="connsiteX4" fmla="*/ 1942188 w 4656969"/>
              <a:gd name="connsiteY4" fmla="*/ 5429563 h 5429563"/>
              <a:gd name="connsiteX5" fmla="*/ 1273352 w 4656969"/>
              <a:gd name="connsiteY5" fmla="*/ 5429563 h 5429563"/>
              <a:gd name="connsiteX0" fmla="*/ 0 w 3383617"/>
              <a:gd name="connsiteY0" fmla="*/ 0 h 5429563"/>
              <a:gd name="connsiteX1" fmla="*/ 668836 w 3383617"/>
              <a:gd name="connsiteY1" fmla="*/ 0 h 5429563"/>
              <a:gd name="connsiteX2" fmla="*/ 3383617 w 3383617"/>
              <a:gd name="connsiteY2" fmla="*/ 2714782 h 5429563"/>
              <a:gd name="connsiteX3" fmla="*/ 668836 w 3383617"/>
              <a:gd name="connsiteY3" fmla="*/ 5429563 h 5429563"/>
              <a:gd name="connsiteX4" fmla="*/ 0 w 3383617"/>
              <a:gd name="connsiteY4" fmla="*/ 5429563 h 5429563"/>
              <a:gd name="connsiteX0" fmla="*/ 0 w 3383617"/>
              <a:gd name="connsiteY0" fmla="*/ 0 h 5429563"/>
              <a:gd name="connsiteX1" fmla="*/ 248198 w 3383617"/>
              <a:gd name="connsiteY1" fmla="*/ 41 h 5429563"/>
              <a:gd name="connsiteX2" fmla="*/ 668836 w 3383617"/>
              <a:gd name="connsiteY2" fmla="*/ 0 h 5429563"/>
              <a:gd name="connsiteX3" fmla="*/ 3383617 w 3383617"/>
              <a:gd name="connsiteY3" fmla="*/ 2714782 h 5429563"/>
              <a:gd name="connsiteX4" fmla="*/ 668836 w 3383617"/>
              <a:gd name="connsiteY4" fmla="*/ 5429563 h 5429563"/>
              <a:gd name="connsiteX5" fmla="*/ 0 w 3383617"/>
              <a:gd name="connsiteY5" fmla="*/ 5429563 h 5429563"/>
              <a:gd name="connsiteX0" fmla="*/ 248198 w 3383617"/>
              <a:gd name="connsiteY0" fmla="*/ 41 h 5429563"/>
              <a:gd name="connsiteX1" fmla="*/ 668836 w 3383617"/>
              <a:gd name="connsiteY1" fmla="*/ 0 h 5429563"/>
              <a:gd name="connsiteX2" fmla="*/ 3383617 w 3383617"/>
              <a:gd name="connsiteY2" fmla="*/ 2714782 h 5429563"/>
              <a:gd name="connsiteX3" fmla="*/ 668836 w 3383617"/>
              <a:gd name="connsiteY3" fmla="*/ 5429563 h 5429563"/>
              <a:gd name="connsiteX4" fmla="*/ 0 w 3383617"/>
              <a:gd name="connsiteY4" fmla="*/ 5429563 h 5429563"/>
              <a:gd name="connsiteX0" fmla="*/ 4110 w 3139529"/>
              <a:gd name="connsiteY0" fmla="*/ 41 h 5429563"/>
              <a:gd name="connsiteX1" fmla="*/ 424748 w 3139529"/>
              <a:gd name="connsiteY1" fmla="*/ 0 h 5429563"/>
              <a:gd name="connsiteX2" fmla="*/ 3139529 w 3139529"/>
              <a:gd name="connsiteY2" fmla="*/ 2714782 h 5429563"/>
              <a:gd name="connsiteX3" fmla="*/ 424748 w 3139529"/>
              <a:gd name="connsiteY3" fmla="*/ 5429563 h 5429563"/>
              <a:gd name="connsiteX4" fmla="*/ 0 w 3139529"/>
              <a:gd name="connsiteY4" fmla="*/ 5429563 h 54295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39529" h="5429563">
                <a:moveTo>
                  <a:pt x="4110" y="41"/>
                </a:moveTo>
                <a:lnTo>
                  <a:pt x="424748" y="0"/>
                </a:lnTo>
                <a:cubicBezTo>
                  <a:pt x="1924080" y="0"/>
                  <a:pt x="3139529" y="1215450"/>
                  <a:pt x="3139529" y="2714782"/>
                </a:cubicBezTo>
                <a:cubicBezTo>
                  <a:pt x="3139529" y="4214114"/>
                  <a:pt x="1924080" y="5429563"/>
                  <a:pt x="424748" y="5429563"/>
                </a:cubicBezTo>
                <a:lnTo>
                  <a:pt x="0" y="5429563"/>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tx1"/>
              </a:solidFill>
            </a:endParaRP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1"/>
                </a:solidFill>
              </a:defRPr>
            </a:lvl1pPr>
          </a:lstStyle>
          <a:p>
            <a:fld id="{3CBC1C18-307B-4F68-A007-B5B542270E8D}" type="datetimeFigureOut">
              <a:rPr lang="en-US" smtClean="0"/>
              <a:t>8/24/2026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1"/>
                </a:solidFill>
              </a:defRPr>
            </a:lvl1p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4243670548"/>
      </p:ext>
    </p:extLst>
  </p:cSld>
  <p:clrMapOvr>
    <a:masterClrMapping/>
  </p:clrMapOvr>
  <p:hf sldNum="0" hdr="0" ftr="0" dt="0"/>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31520" y="365760"/>
            <a:ext cx="10741152" cy="1132258"/>
          </a:xfrm>
        </p:spPr>
        <p:txBody>
          <a:bodyPr/>
          <a:lstStyle>
            <a:lvl1pPr>
              <a:defRPr>
                <a:solidFill>
                  <a:schemeClr val="tx1"/>
                </a:solidFill>
              </a:defRPr>
            </a:lvl1pPr>
          </a:lstStyle>
          <a:p>
            <a:r>
              <a:rPr lang="en-US"/>
              <a:t>Click to edit Master title style</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a:t>
              </a:t>
            </a:r>
            <a:endParaRPr lang="en-US" dirty="0"/>
          </a:p>
        </p:txBody>
      </p:sp>
      <p:sp>
        <p:nvSpPr>
          <p:cNvPr id="4" name="Content Placeholder 3">
            <a:extLst>
              <a:ext uri="{FF2B5EF4-FFF2-40B4-BE49-F238E27FC236}">
                <a16:creationId xmlns:a16="http://schemas.microsoft.com/office/drawing/2014/main" id="{2172FE6B-A4D8-8ED7-89D7-5E7F2C5B8F5F}"/>
              </a:ext>
            </a:extLst>
          </p:cNvPr>
          <p:cNvSpPr>
            <a:spLocks noGrp="1"/>
          </p:cNvSpPr>
          <p:nvPr>
            <p:ph sz="quarter" idx="15"/>
          </p:nvPr>
        </p:nvSpPr>
        <p:spPr>
          <a:xfrm>
            <a:off x="731838" y="2103438"/>
            <a:ext cx="5181600" cy="43513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3">
            <a:extLst>
              <a:ext uri="{FF2B5EF4-FFF2-40B4-BE49-F238E27FC236}">
                <a16:creationId xmlns:a16="http://schemas.microsoft.com/office/drawing/2014/main" id="{686405AE-ED31-677D-86D8-01EAD583735E}"/>
              </a:ext>
            </a:extLst>
          </p:cNvPr>
          <p:cNvSpPr>
            <a:spLocks noGrp="1"/>
          </p:cNvSpPr>
          <p:nvPr>
            <p:ph sz="quarter" idx="16"/>
          </p:nvPr>
        </p:nvSpPr>
        <p:spPr>
          <a:xfrm>
            <a:off x="6284947" y="2103121"/>
            <a:ext cx="5181600" cy="43513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3CBC1C18-307B-4F68-A007-B5B542270E8D}" type="datetimeFigureOut">
              <a:rPr lang="en-US" smtClean="0"/>
              <a:t>8/24/2026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867010822"/>
      </p:ext>
    </p:extLst>
  </p:cSld>
  <p:clrMapOvr>
    <a:masterClrMapping/>
  </p:clrMapOvr>
  <p:hf sldNum="0" hdr="0" ftr="0" dt="0"/>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85A6F3D-6630-C2E0-DC0A-6D2C0AACFF58}"/>
              </a:ext>
            </a:extLst>
          </p:cNvPr>
          <p:cNvSpPr>
            <a:spLocks noGrp="1"/>
          </p:cNvSpPr>
          <p:nvPr>
            <p:ph type="title"/>
          </p:nvPr>
        </p:nvSpPr>
        <p:spPr>
          <a:xfrm>
            <a:off x="731520" y="365760"/>
            <a:ext cx="10741152" cy="1132258"/>
          </a:xfrm>
        </p:spPr>
        <p:txBody>
          <a:bodyPr/>
          <a:lstStyle>
            <a:lvl1pPr>
              <a:defRPr>
                <a:solidFill>
                  <a:schemeClr val="tx1"/>
                </a:solidFill>
              </a:defRPr>
            </a:lvl1pPr>
          </a:lstStyle>
          <a:p>
            <a:r>
              <a:rPr lang="en-US"/>
              <a:t>Click to edit Master title style</a:t>
            </a:r>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lvl1pPr>
              <a:defRPr>
                <a:solidFill>
                  <a:schemeClr val="tx1"/>
                </a:solidFill>
              </a:defRPr>
            </a:lvl1pPr>
          </a:lstStyle>
          <a:p>
            <a:r>
              <a:rPr lang="en-US"/>
              <a:t>
              </a:t>
            </a:r>
            <a:endParaRPr lang="en-US" dirty="0"/>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731520" y="2103120"/>
            <a:ext cx="5157787" cy="559834"/>
          </a:xfrm>
        </p:spPr>
        <p:txBody>
          <a:bodyPr anchor="b">
            <a:norm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 name="Content Placeholder 3">
            <a:extLst>
              <a:ext uri="{FF2B5EF4-FFF2-40B4-BE49-F238E27FC236}">
                <a16:creationId xmlns:a16="http://schemas.microsoft.com/office/drawing/2014/main" id="{9C38DBB1-A1FA-A460-88C8-B05F1570CA97}"/>
              </a:ext>
            </a:extLst>
          </p:cNvPr>
          <p:cNvSpPr>
            <a:spLocks noGrp="1"/>
          </p:cNvSpPr>
          <p:nvPr>
            <p:ph sz="quarter" idx="15"/>
          </p:nvPr>
        </p:nvSpPr>
        <p:spPr>
          <a:xfrm>
            <a:off x="731838" y="2743200"/>
            <a:ext cx="5157187" cy="3763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309360" y="2103120"/>
            <a:ext cx="5183188" cy="559834"/>
          </a:xfrm>
        </p:spPr>
        <p:txBody>
          <a:bodyPr anchor="b">
            <a:norm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3">
            <a:extLst>
              <a:ext uri="{FF2B5EF4-FFF2-40B4-BE49-F238E27FC236}">
                <a16:creationId xmlns:a16="http://schemas.microsoft.com/office/drawing/2014/main" id="{82D763CC-A010-6A2B-FEF3-388EAC8417D7}"/>
              </a:ext>
            </a:extLst>
          </p:cNvPr>
          <p:cNvSpPr>
            <a:spLocks noGrp="1"/>
          </p:cNvSpPr>
          <p:nvPr>
            <p:ph sz="quarter" idx="16"/>
          </p:nvPr>
        </p:nvSpPr>
        <p:spPr>
          <a:xfrm>
            <a:off x="6309361" y="2743200"/>
            <a:ext cx="5183188" cy="3763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lvl1pPr>
              <a:defRPr>
                <a:solidFill>
                  <a:schemeClr val="tx1"/>
                </a:solidFill>
              </a:defRPr>
            </a:lvl1pPr>
          </a:lstStyle>
          <a:p>
            <a:fld id="{3CBC1C18-307B-4F68-A007-B5B542270E8D}" type="datetimeFigureOut">
              <a:rPr lang="en-US" smtClean="0"/>
              <a:t>8/24/2026</a:t>
            </a:fld>
            <a:endParaRPr lang="en-US" dirty="0"/>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lvl1pPr>
              <a:defRPr>
                <a:solidFill>
                  <a:schemeClr val="tx1"/>
                </a:solidFill>
              </a:defRPr>
            </a:lvl1p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966554863"/>
      </p:ext>
    </p:extLst>
  </p:cSld>
  <p:clrMapOvr>
    <a:masterClrMapping/>
  </p:clrMapOvr>
  <p:hf sldNum="0" hdr="0" ftr="0" dt="0"/>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Title Only ">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A0796BC8-E1B7-E6D6-E86F-4A5CAECDFEFC}"/>
              </a:ext>
            </a:extLst>
          </p:cNvPr>
          <p:cNvSpPr>
            <a:spLocks noGrp="1"/>
          </p:cNvSpPr>
          <p:nvPr>
            <p:ph type="title"/>
          </p:nvPr>
        </p:nvSpPr>
        <p:spPr>
          <a:xfrm>
            <a:off x="731520" y="365760"/>
            <a:ext cx="10741152" cy="1132258"/>
          </a:xfrm>
        </p:spPr>
        <p:txBody>
          <a:bodyPr/>
          <a:lstStyle>
            <a:lvl1pPr>
              <a:defRPr>
                <a:solidFill>
                  <a:schemeClr val="tx1"/>
                </a:solidFill>
              </a:defRPr>
            </a:lvl1pPr>
          </a:lstStyle>
          <a:p>
            <a:r>
              <a:rPr lang="en-US"/>
              <a:t>Click to edit Master title style</a:t>
            </a:r>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lvl1pPr>
              <a:defRPr>
                <a:solidFill>
                  <a:schemeClr val="tx1"/>
                </a:solidFill>
              </a:defRPr>
            </a:lvl1pPr>
          </a:lstStyle>
          <a:p>
            <a:r>
              <a:rPr lang="en-US"/>
              <a:t>
              </a:t>
            </a:r>
            <a:endParaRPr lang="en-US" dirty="0"/>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lvl1pPr>
              <a:defRPr>
                <a:solidFill>
                  <a:schemeClr val="tx1"/>
                </a:solidFill>
              </a:defRPr>
            </a:lvl1pPr>
          </a:lstStyle>
          <a:p>
            <a:fld id="{3CBC1C18-307B-4F68-A007-B5B542270E8D}" type="datetimeFigureOut">
              <a:rPr lang="en-US" smtClean="0"/>
              <a:t>8/24/2026</a:t>
            </a:fld>
            <a:endParaRPr lang="en-US" dirty="0"/>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lvl1pPr>
              <a:defRPr>
                <a:solidFill>
                  <a:schemeClr val="tx1"/>
                </a:solidFill>
              </a:defRPr>
            </a:lvl1p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4195723589"/>
      </p:ext>
    </p:extLst>
  </p:cSld>
  <p:clrMapOvr>
    <a:masterClrMapping/>
  </p:clrMapOvr>
  <p:hf sldNum="0"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blank" preserve="1">
  <p:cSld name="Empty">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lvl1pPr>
              <a:defRPr>
                <a:solidFill>
                  <a:schemeClr val="tx1"/>
                </a:solidFill>
              </a:defRPr>
            </a:lvl1pPr>
          </a:lstStyle>
          <a:p>
            <a:r>
              <a:rPr lang="en-US"/>
              <a:t>
              </a:t>
            </a:r>
            <a:endParaRPr lang="en-US" dirty="0"/>
          </a:p>
        </p:txBody>
      </p:sp>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lvl1pPr>
              <a:defRPr>
                <a:solidFill>
                  <a:schemeClr val="tx1"/>
                </a:solidFill>
              </a:defRPr>
            </a:lvl1pPr>
          </a:lstStyle>
          <a:p>
            <a:fld id="{3CBC1C18-307B-4F68-A007-B5B542270E8D}" type="datetimeFigureOut">
              <a:rPr lang="en-US" smtClean="0"/>
              <a:t>8/24/2026</a:t>
            </a:fld>
            <a:endParaRPr lang="en-US" dirty="0"/>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lvl1pPr>
              <a:defRPr>
                <a:solidFill>
                  <a:schemeClr val="tx1"/>
                </a:solidFill>
              </a:defRPr>
            </a:lvl1p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2110123896"/>
      </p:ext>
    </p:extLst>
  </p:cSld>
  <p:clrMapOvr>
    <a:masterClrMapping/>
  </p:clrMapOvr>
  <p:hf sldNum="0" hdr="0" ftr="0" dt="0"/>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Conclus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841248" y="457200"/>
            <a:ext cx="7342307" cy="1133856"/>
          </a:xfrm>
          <a:noFill/>
        </p:spPr>
        <p:txBody>
          <a:bodyPr anchor="b">
            <a:noAutofit/>
          </a:bodyPr>
          <a:lstStyle>
            <a:lvl1pPr>
              <a:defRPr sz="6000">
                <a:solidFill>
                  <a:schemeClr val="tx1"/>
                </a:solidFill>
              </a:defRPr>
            </a:lvl1pPr>
          </a:lstStyle>
          <a:p>
            <a:r>
              <a:rPr lang="en-US"/>
              <a:t>Click to edit Master title style</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noFill/>
        </p:spPr>
        <p:txBody>
          <a:bodyPr/>
          <a:lstStyle>
            <a:lvl1pPr>
              <a:defRPr>
                <a:solidFill>
                  <a:schemeClr val="tx1"/>
                </a:solidFill>
              </a:defRPr>
            </a:lvl1pPr>
          </a:lstStyle>
          <a:p>
            <a:r>
              <a:rPr lang="en-US"/>
              <a:t>
              </a:t>
            </a:r>
            <a:endParaRPr lang="en-US" dirty="0"/>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841248" y="2624328"/>
            <a:ext cx="10424160" cy="3200400"/>
          </a:xfrm>
          <a:noFill/>
        </p:spPr>
        <p:txBody>
          <a:bodyPr/>
          <a:lstStyle>
            <a:lvl1pPr marL="0" indent="0">
              <a:buNone/>
              <a:defRPr>
                <a:solidFill>
                  <a:schemeClr val="tx1"/>
                </a:solidFill>
              </a:defRPr>
            </a:lvl1pPr>
            <a:lvl2pPr marL="228600" indent="0">
              <a:buNone/>
              <a:defRPr>
                <a:solidFill>
                  <a:schemeClr val="tx1"/>
                </a:solidFill>
              </a:defRPr>
            </a:lvl2pPr>
            <a:lvl3pPr marL="457200" indent="0">
              <a:buNone/>
              <a:defRPr>
                <a:solidFill>
                  <a:schemeClr val="tx1"/>
                </a:solidFill>
              </a:defRPr>
            </a:lvl3pPr>
            <a:lvl4pPr marL="685800" indent="0">
              <a:buNone/>
              <a:defRPr>
                <a:solidFill>
                  <a:schemeClr val="tx1"/>
                </a:solidFill>
              </a:defRPr>
            </a:lvl4pPr>
            <a:lvl5pPr marL="914400" indent="0">
              <a:buNone/>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a:noFill/>
        </p:spPr>
        <p:txBody>
          <a:bodyPr/>
          <a:lstStyle>
            <a:lvl1pPr>
              <a:defRPr>
                <a:solidFill>
                  <a:schemeClr val="tx1"/>
                </a:solidFill>
              </a:defRPr>
            </a:lvl1pPr>
          </a:lstStyle>
          <a:p>
            <a:fld id="{3CBC1C18-307B-4F68-A007-B5B542270E8D}" type="datetimeFigureOut">
              <a:rPr lang="en-US" smtClean="0"/>
              <a:t>8/24/2026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a:noFill/>
        </p:spPr>
        <p:txBody>
          <a:bodyPr/>
          <a:lstStyle>
            <a:lvl1pPr>
              <a:defRPr>
                <a:solidFill>
                  <a:schemeClr val="tx1"/>
                </a:solidFill>
              </a:defRPr>
            </a:lvl1p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496313156"/>
      </p:ext>
    </p:extLst>
  </p:cSld>
  <p:clrMapOvr>
    <a:masterClrMapping/>
  </p:clrMapOvr>
  <p:hf sldNum="0" hdr="0" ftr="0" dt="0"/>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nclusion 2">
    <p:spTree>
      <p:nvGrpSpPr>
        <p:cNvPr id="1" name=""/>
        <p:cNvGrpSpPr/>
        <p:nvPr/>
      </p:nvGrpSpPr>
      <p:grpSpPr>
        <a:xfrm>
          <a:off x="0" y="0"/>
          <a:ext cx="0" cy="0"/>
          <a:chOff x="0" y="0"/>
          <a:chExt cx="0" cy="0"/>
        </a:xfrm>
      </p:grpSpPr>
      <p:sp>
        <p:nvSpPr>
          <p:cNvPr id="8" name="Title 6">
            <a:extLst>
              <a:ext uri="{FF2B5EF4-FFF2-40B4-BE49-F238E27FC236}">
                <a16:creationId xmlns:a16="http://schemas.microsoft.com/office/drawing/2014/main" id="{CE8CC034-C652-239B-0064-9B0543AC25C5}"/>
              </a:ext>
            </a:extLst>
          </p:cNvPr>
          <p:cNvSpPr>
            <a:spLocks noGrp="1"/>
          </p:cNvSpPr>
          <p:nvPr>
            <p:ph type="title"/>
          </p:nvPr>
        </p:nvSpPr>
        <p:spPr>
          <a:xfrm>
            <a:off x="731520" y="365760"/>
            <a:ext cx="10741152" cy="1132258"/>
          </a:xfrm>
        </p:spPr>
        <p:txBody>
          <a:bodyPr/>
          <a:lstStyle>
            <a:lvl1pPr>
              <a:defRPr lang="en-US" dirty="0"/>
            </a:lvl1pPr>
          </a:lstStyle>
          <a:p>
            <a:r>
              <a:rPr lang="en-US"/>
              <a:t>Click to edit Master title style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1"/>
                </a:solidFill>
              </a:defRPr>
            </a:lvl1pPr>
          </a:lstStyle>
          <a:p>
            <a:r>
              <a:rPr lang="en-US"/>
              <a:t>
              </a:t>
            </a:r>
            <a:endParaRPr lang="en-US" dirty="0"/>
          </a:p>
        </p:txBody>
      </p:sp>
      <p:sp>
        <p:nvSpPr>
          <p:cNvPr id="2" name="Content Placeholder 7">
            <a:extLst>
              <a:ext uri="{FF2B5EF4-FFF2-40B4-BE49-F238E27FC236}">
                <a16:creationId xmlns:a16="http://schemas.microsoft.com/office/drawing/2014/main" id="{D051F68D-E2E5-C625-0273-281CE6D4939F}"/>
              </a:ext>
            </a:extLst>
          </p:cNvPr>
          <p:cNvSpPr>
            <a:spLocks noGrp="1"/>
          </p:cNvSpPr>
          <p:nvPr>
            <p:ph sz="quarter" idx="13"/>
          </p:nvPr>
        </p:nvSpPr>
        <p:spPr>
          <a:xfrm>
            <a:off x="731520" y="2301836"/>
            <a:ext cx="10741150" cy="3921165"/>
          </a:xfrm>
          <a:noFill/>
        </p:spPr>
        <p:txBody>
          <a:bodyPr/>
          <a:lstStyle>
            <a:lvl1pPr marL="0" indent="0">
              <a:buNone/>
              <a:defRPr>
                <a:solidFill>
                  <a:schemeClr val="tx1"/>
                </a:solidFill>
              </a:defRPr>
            </a:lvl1pPr>
            <a:lvl2pPr marL="228600" indent="0">
              <a:buNone/>
              <a:defRPr>
                <a:solidFill>
                  <a:schemeClr val="tx1"/>
                </a:solidFill>
              </a:defRPr>
            </a:lvl2pPr>
            <a:lvl3pPr marL="457200" indent="0">
              <a:buNone/>
              <a:defRPr>
                <a:solidFill>
                  <a:schemeClr val="tx1"/>
                </a:solidFill>
              </a:defRPr>
            </a:lvl3pPr>
            <a:lvl4pPr marL="685800" indent="0">
              <a:buNone/>
              <a:defRPr>
                <a:solidFill>
                  <a:schemeClr val="tx1"/>
                </a:solidFill>
              </a:defRPr>
            </a:lvl4pPr>
            <a:lvl5pPr marL="914400" indent="0">
              <a:buNone/>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1"/>
                </a:solidFill>
              </a:defRPr>
            </a:lvl1pPr>
          </a:lstStyle>
          <a:p>
            <a:fld id="{3CBC1C18-307B-4F68-A007-B5B542270E8D}" type="datetimeFigureOut">
              <a:rPr lang="en-US" smtClean="0"/>
              <a:t>8/24/2026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1"/>
                </a:solidFill>
              </a:defRPr>
            </a:lvl1p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626738303"/>
      </p:ext>
    </p:extLst>
  </p:cSld>
  <p:clrMapOvr>
    <a:masterClrMapping/>
  </p:clrMapOvr>
  <p:hf sldNum="0" hdr="0" ftr="0" dt="0"/>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611808" y="3428998"/>
            <a:ext cx="5518066" cy="2268559"/>
          </a:xfrm>
        </p:spPr>
        <p:txBody>
          <a:bodyPr anchor="t">
            <a:normAutofit/>
          </a:bodyPr>
          <a:lstStyle>
            <a:lvl1pPr algn="r">
              <a:defRPr sz="6000"/>
            </a:lvl1pPr>
          </a:lstStyle>
          <a:p>
            <a:r>
              <a:rPr lang="en-US"/>
              <a:t>Click to edit Master title style</a:t>
            </a:r>
            <a:endParaRPr lang="en-US" dirty="0"/>
          </a:p>
        </p:txBody>
      </p:sp>
      <p:sp>
        <p:nvSpPr>
          <p:cNvPr id="3" name="Subtitle 2"/>
          <p:cNvSpPr>
            <a:spLocks noGrp="1"/>
          </p:cNvSpPr>
          <p:nvPr>
            <p:ph type="subTitle" idx="1"/>
          </p:nvPr>
        </p:nvSpPr>
        <p:spPr>
          <a:xfrm>
            <a:off x="2772274" y="2268786"/>
            <a:ext cx="5357600" cy="1160213"/>
          </a:xfrm>
        </p:spPr>
        <p:txBody>
          <a:bodyPr tIns="0" anchor="b">
            <a:normAutofit/>
          </a:bodyPr>
          <a:lstStyle>
            <a:lvl1pPr marL="0" indent="0" algn="r">
              <a:buNone/>
              <a:defRPr sz="1800" b="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9AB3A824-1A51-4B26-AD58-A6D8E14F6C04}" type="datetimeFigureOut">
              <a:rPr lang="en-US" dirty="0"/>
              <a:t>8/24/2026</a:t>
            </a:fld>
            <a:endParaRPr lang="en-US" dirty="0"/>
          </a:p>
        </p:txBody>
      </p:sp>
      <p:sp>
        <p:nvSpPr>
          <p:cNvPr id="5" name="Footer Placeholder 4"/>
          <p:cNvSpPr>
            <a:spLocks noGrp="1"/>
          </p:cNvSpPr>
          <p:nvPr>
            <p:ph type="ftr" sz="quarter" idx="11"/>
          </p:nvPr>
        </p:nvSpPr>
        <p:spPr/>
        <p:txBody>
          <a:bodyPr/>
          <a:lstStyle/>
          <a:p>
            <a:r>
              <a:rPr lang="en-US" dirty="0"/>
              <a:t>
              </a:t>
            </a:r>
          </a:p>
        </p:txBody>
      </p:sp>
      <p:sp>
        <p:nvSpPr>
          <p:cNvPr id="6" name="Slide Number Placeholder 5"/>
          <p:cNvSpPr>
            <a:spLocks noGrp="1"/>
          </p:cNvSpPr>
          <p:nvPr>
            <p:ph type="sldNum" sz="quarter" idx="12"/>
          </p:nvPr>
        </p:nvSpPr>
        <p:spPr/>
        <p:txBody>
          <a:bodyPr rIns="45720"/>
          <a:lstStyle/>
          <a:p>
            <a:fld id="{6D22F896-40B5-4ADD-8801-0D06FADFA095}" type="slidenum">
              <a:rPr lang="en-US" dirty="0"/>
              <a:t>‹#›</a:t>
            </a:fld>
            <a:endParaRPr lang="en-US" dirty="0"/>
          </a:p>
        </p:txBody>
      </p:sp>
    </p:spTree>
    <p:extLst>
      <p:ext uri="{BB962C8B-B14F-4D97-AF65-F5344CB8AC3E}">
        <p14:creationId xmlns:p14="http://schemas.microsoft.com/office/powerpoint/2010/main" val="3399302002"/>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7D162C4-EDD9-4389-A98B-B87ECEA2A816}" type="datetimeFigureOut">
              <a:rPr lang="en-US" dirty="0"/>
              <a:t>8/24/2026</a:t>
            </a:fld>
            <a:endParaRPr lang="en-US" dirty="0"/>
          </a:p>
        </p:txBody>
      </p:sp>
      <p:sp>
        <p:nvSpPr>
          <p:cNvPr id="5" name="Footer Placeholder 4"/>
          <p:cNvSpPr>
            <a:spLocks noGrp="1"/>
          </p:cNvSpPr>
          <p:nvPr>
            <p:ph type="ftr" sz="quarter" idx="11"/>
          </p:nvPr>
        </p:nvSpPr>
        <p:spPr/>
        <p:txBody>
          <a:bodyPr/>
          <a:lstStyle/>
          <a:p>
            <a:r>
              <a:rPr lang="en-US" dirty="0"/>
              <a:t>
              </a:t>
            </a:r>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extLst>
      <p:ext uri="{BB962C8B-B14F-4D97-AF65-F5344CB8AC3E}">
        <p14:creationId xmlns:p14="http://schemas.microsoft.com/office/powerpoint/2010/main" val="23112874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D476A66-BE83-43F9-A28B-02DF7879AD52}"/>
              </a:ext>
            </a:extLst>
          </p:cNvPr>
          <p:cNvSpPr>
            <a:spLocks noGrp="1"/>
          </p:cNvSpPr>
          <p:nvPr>
            <p:ph type="title"/>
          </p:nvPr>
        </p:nvSpPr>
        <p:spPr>
          <a:xfrm>
            <a:off x="838200" y="584990"/>
            <a:ext cx="10515600" cy="1116811"/>
          </a:xfrm>
          <a:prstGeom prst="rect">
            <a:avLst/>
          </a:prstGeom>
        </p:spPr>
        <p:txBody>
          <a:bodyPr vert="horz" lIns="91440" tIns="45720" rIns="91440" bIns="45720" rtlCol="0" anchor="b">
            <a:normAutofit/>
          </a:bodyPr>
          <a:lstStyle/>
          <a:p>
            <a:r>
              <a:rPr lang="en-US"/>
              <a:t>Click to edit Master title style</a:t>
            </a:r>
          </a:p>
        </p:txBody>
      </p:sp>
      <p:sp>
        <p:nvSpPr>
          <p:cNvPr id="5" name="Footer Placeholder 4">
            <a:extLst>
              <a:ext uri="{FF2B5EF4-FFF2-40B4-BE49-F238E27FC236}">
                <a16:creationId xmlns:a16="http://schemas.microsoft.com/office/drawing/2014/main" id="{0DACB382-EE11-430D-941A-DB76EEB7F2D5}"/>
              </a:ext>
            </a:extLst>
          </p:cNvPr>
          <p:cNvSpPr>
            <a:spLocks noGrp="1"/>
          </p:cNvSpPr>
          <p:nvPr>
            <p:ph type="ftr" sz="quarter" idx="3"/>
          </p:nvPr>
        </p:nvSpPr>
        <p:spPr>
          <a:xfrm rot="16200000" flipH="1">
            <a:off x="-1131161" y="1592957"/>
            <a:ext cx="2973522" cy="365125"/>
          </a:xfrm>
          <a:prstGeom prst="rect">
            <a:avLst/>
          </a:prstGeom>
        </p:spPr>
        <p:txBody>
          <a:bodyPr vert="horz" lIns="91440" tIns="45720" rIns="91440" bIns="45720" rtlCol="0" anchor="ctr"/>
          <a:lstStyle>
            <a:lvl1pPr algn="r" rtl="0">
              <a:defRPr sz="1000">
                <a:solidFill>
                  <a:schemeClr val="tx1"/>
                </a:solidFill>
              </a:defRPr>
            </a:lvl1pPr>
          </a:lstStyle>
          <a:p>
            <a:r>
              <a:rPr lang="en-US"/>
              <a:t>
              </a:t>
            </a:r>
            <a:endParaRPr lang="en-US" dirty="0"/>
          </a:p>
        </p:txBody>
      </p:sp>
      <p:sp>
        <p:nvSpPr>
          <p:cNvPr id="3" name="Text Placeholder 2">
            <a:extLst>
              <a:ext uri="{FF2B5EF4-FFF2-40B4-BE49-F238E27FC236}">
                <a16:creationId xmlns:a16="http://schemas.microsoft.com/office/drawing/2014/main" id="{19D76E94-F276-4F0F-8DD9-B1F8A3198AE1}"/>
              </a:ext>
            </a:extLst>
          </p:cNvPr>
          <p:cNvSpPr>
            <a:spLocks noGrp="1"/>
          </p:cNvSpPr>
          <p:nvPr>
            <p:ph type="body" idx="1"/>
          </p:nvPr>
        </p:nvSpPr>
        <p:spPr>
          <a:xfrm>
            <a:off x="838200" y="2061469"/>
            <a:ext cx="10515600" cy="411480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4AD964E-3A2E-4DB9-B96A-EDE144A47BDC}"/>
              </a:ext>
            </a:extLst>
          </p:cNvPr>
          <p:cNvSpPr>
            <a:spLocks noGrp="1"/>
          </p:cNvSpPr>
          <p:nvPr>
            <p:ph type="dt" sz="half" idx="2"/>
          </p:nvPr>
        </p:nvSpPr>
        <p:spPr>
          <a:xfrm rot="5400000">
            <a:off x="10425981" y="4687095"/>
            <a:ext cx="2706690" cy="365125"/>
          </a:xfrm>
          <a:prstGeom prst="rect">
            <a:avLst/>
          </a:prstGeom>
        </p:spPr>
        <p:txBody>
          <a:bodyPr vert="horz" lIns="91440" tIns="45720" rIns="91440" bIns="45720" rtlCol="0" anchor="ctr"/>
          <a:lstStyle>
            <a:lvl1pPr algn="r" rtl="0">
              <a:defRPr sz="1000">
                <a:solidFill>
                  <a:schemeClr val="tx1"/>
                </a:solidFill>
              </a:defRPr>
            </a:lvl1pPr>
          </a:lstStyle>
          <a:p>
            <a:fld id="{3CBC1C18-307B-4F68-A007-B5B542270E8D}" type="datetimeFigureOut">
              <a:rPr lang="en-US" smtClean="0"/>
              <a:t>8/24/2026</a:t>
            </a:fld>
            <a:endParaRPr lang="en-US" dirty="0"/>
          </a:p>
        </p:txBody>
      </p:sp>
      <p:sp>
        <p:nvSpPr>
          <p:cNvPr id="6" name="Slide Number Placeholder 5">
            <a:extLst>
              <a:ext uri="{FF2B5EF4-FFF2-40B4-BE49-F238E27FC236}">
                <a16:creationId xmlns:a16="http://schemas.microsoft.com/office/drawing/2014/main" id="{A3C562FE-ACD1-43F2-A3DE-5B11E10B7EA5}"/>
              </a:ext>
            </a:extLst>
          </p:cNvPr>
          <p:cNvSpPr>
            <a:spLocks noGrp="1"/>
          </p:cNvSpPr>
          <p:nvPr>
            <p:ph type="sldNum" sz="quarter" idx="4"/>
          </p:nvPr>
        </p:nvSpPr>
        <p:spPr>
          <a:xfrm>
            <a:off x="11512296" y="6356350"/>
            <a:ext cx="574620" cy="365125"/>
          </a:xfrm>
          <a:prstGeom prst="rect">
            <a:avLst/>
          </a:prstGeom>
        </p:spPr>
        <p:txBody>
          <a:bodyPr vert="horz" lIns="91440" tIns="45720" rIns="91440" bIns="45720" rtlCol="0" anchor="ctr"/>
          <a:lstStyle>
            <a:lvl1pPr algn="ctr" rtl="0">
              <a:defRPr sz="1000">
                <a:solidFill>
                  <a:schemeClr val="tx1"/>
                </a:solidFill>
              </a:defRPr>
            </a:lvl1pPr>
          </a:lstStyle>
          <a:p>
            <a:fld id="{6D22F896-40B5-4ADD-8801-0D06FADFA095}" type="slidenum">
              <a:rPr lang="en-US" smtClean="0"/>
              <a:pPr/>
              <a:t>‹#›</a:t>
            </a:fld>
            <a:endParaRPr lang="en-US" dirty="0"/>
          </a:p>
        </p:txBody>
      </p:sp>
      <p:cxnSp>
        <p:nvCxnSpPr>
          <p:cNvPr id="13" name="Straight Connector 12">
            <a:extLst>
              <a:ext uri="{FF2B5EF4-FFF2-40B4-BE49-F238E27FC236}">
                <a16:creationId xmlns:a16="http://schemas.microsoft.com/office/drawing/2014/main" id="{1EB34A3B-1FD5-48FF-9982-1E64C864C01D}"/>
              </a:ext>
            </a:extLst>
          </p:cNvPr>
          <p:cNvCxnSpPr>
            <a:cxnSpLocks/>
          </p:cNvCxnSpPr>
          <p:nvPr/>
        </p:nvCxnSpPr>
        <p:spPr>
          <a:xfrm flipH="1">
            <a:off x="4" y="1824111"/>
            <a:ext cx="12191996"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461250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Lst>
  <p:hf sldNum="0" hdr="0" ftr="0" dt="0"/>
  <p:txStyles>
    <p:titleStyle>
      <a:lvl1pPr algn="l" defTabSz="914400" rtl="0" eaLnBrk="1" latinLnBrk="0" hangingPunct="1">
        <a:lnSpc>
          <a:spcPct val="90000"/>
        </a:lnSpc>
        <a:spcBef>
          <a:spcPct val="0"/>
        </a:spcBef>
        <a:buNone/>
        <a:defRPr sz="4400" kern="1200" cap="all" baseline="0">
          <a:solidFill>
            <a:schemeClr val="tx1"/>
          </a:solidFill>
          <a:latin typeface="+mj-lt"/>
          <a:ea typeface="+mj-ea"/>
          <a:cs typeface="+mj-cs"/>
        </a:defRPr>
      </a:lvl1pPr>
    </p:titleStyle>
    <p:bodyStyle>
      <a:lvl1pPr marL="0" indent="0" algn="l" defTabSz="914400" rtl="0" eaLnBrk="1" latinLnBrk="0" hangingPunct="1">
        <a:lnSpc>
          <a:spcPct val="110000"/>
        </a:lnSpc>
        <a:spcBef>
          <a:spcPts val="1000"/>
        </a:spcBef>
        <a:buSzPct val="80000"/>
        <a:buFont typeface="Arial" panose="020B0604020202020204" pitchFamily="34" charset="0"/>
        <a:buNone/>
        <a:defRPr sz="1800" kern="1200">
          <a:solidFill>
            <a:schemeClr val="tx1"/>
          </a:solidFill>
          <a:latin typeface="+mn-lt"/>
          <a:ea typeface="+mn-ea"/>
          <a:cs typeface="+mn-cs"/>
        </a:defRPr>
      </a:lvl1pPr>
      <a:lvl2pPr marL="502920" indent="-228600" algn="l" defTabSz="914400" rtl="0" eaLnBrk="1" latinLnBrk="0" hangingPunct="1">
        <a:lnSpc>
          <a:spcPct val="110000"/>
        </a:lnSpc>
        <a:spcBef>
          <a:spcPts val="500"/>
        </a:spcBef>
        <a:buSzPct val="80000"/>
        <a:buFont typeface="Goudy Old Style" panose="02020502050305020303" pitchFamily="18" charset="0"/>
        <a:buChar char="–"/>
        <a:defRPr sz="1600" i="1" kern="1200">
          <a:solidFill>
            <a:schemeClr val="tx1"/>
          </a:solidFill>
          <a:latin typeface="+mn-lt"/>
          <a:ea typeface="+mn-ea"/>
          <a:cs typeface="+mn-cs"/>
        </a:defRPr>
      </a:lvl2pPr>
      <a:lvl3pPr marL="822960" indent="-228600" algn="l" defTabSz="914400" rtl="0" eaLnBrk="1" latinLnBrk="0" hangingPunct="1">
        <a:lnSpc>
          <a:spcPct val="110000"/>
        </a:lnSpc>
        <a:spcBef>
          <a:spcPts val="500"/>
        </a:spcBef>
        <a:buSzPct val="80000"/>
        <a:buFont typeface="Arial" panose="020B0604020202020204" pitchFamily="34" charset="0"/>
        <a:buChar char="•"/>
        <a:defRPr sz="1400" kern="1200">
          <a:solidFill>
            <a:schemeClr val="tx1"/>
          </a:solidFill>
          <a:latin typeface="+mn-lt"/>
          <a:ea typeface="+mn-ea"/>
          <a:cs typeface="+mn-cs"/>
        </a:defRPr>
      </a:lvl3pPr>
      <a:lvl4pPr marL="1097280" indent="-228600" algn="l" defTabSz="914400" rtl="0" eaLnBrk="1" latinLnBrk="0" hangingPunct="1">
        <a:lnSpc>
          <a:spcPct val="110000"/>
        </a:lnSpc>
        <a:spcBef>
          <a:spcPts val="500"/>
        </a:spcBef>
        <a:buSzPct val="80000"/>
        <a:buFont typeface="Goudy Old Style" panose="02020502050305020303" pitchFamily="18" charset="0"/>
        <a:buChar char="–"/>
        <a:defRPr sz="1400" i="1" kern="1200">
          <a:solidFill>
            <a:schemeClr val="tx1"/>
          </a:solidFill>
          <a:latin typeface="+mn-lt"/>
          <a:ea typeface="+mn-ea"/>
          <a:cs typeface="+mn-cs"/>
        </a:defRPr>
      </a:lvl4pPr>
      <a:lvl5pPr marL="1371600" indent="-228600" algn="l" defTabSz="914400" rtl="0" eaLnBrk="1" latinLnBrk="0" hangingPunct="1">
        <a:lnSpc>
          <a:spcPct val="110000"/>
        </a:lnSpc>
        <a:spcBef>
          <a:spcPts val="500"/>
        </a:spcBef>
        <a:buSzPct val="80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528">
          <p15:clr>
            <a:srgbClr val="F26B43"/>
          </p15:clr>
        </p15:guide>
        <p15:guide id="2" pos="528">
          <p15:clr>
            <a:srgbClr val="F26B43"/>
          </p15:clr>
        </p15:guide>
        <p15:guide id="3" orient="horz" pos="3792">
          <p15:clr>
            <a:srgbClr val="F26B43"/>
          </p15:clr>
        </p15:guide>
        <p15:guide id="4" pos="7152">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9.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9.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9.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9.xml"/></Relationships>
</file>

<file path=ppt/slides/_rels/slide7.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5.xml"/><Relationship Id="rId1" Type="http://schemas.openxmlformats.org/officeDocument/2006/relationships/slideLayout" Target="../slideLayouts/slideLayout29.xml"/><Relationship Id="rId4" Type="http://schemas.openxmlformats.org/officeDocument/2006/relationships/image" Target="../media/image10.jpe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28CE79-E41D-A656-0140-18FB8A703544}"/>
              </a:ext>
            </a:extLst>
          </p:cNvPr>
          <p:cNvSpPr>
            <a:spLocks noGrp="1"/>
          </p:cNvSpPr>
          <p:nvPr>
            <p:ph type="ctrTitle" idx="4294967295"/>
          </p:nvPr>
        </p:nvSpPr>
        <p:spPr>
          <a:xfrm>
            <a:off x="1526796" y="1358710"/>
            <a:ext cx="9823509" cy="1921385"/>
          </a:xfrm>
        </p:spPr>
        <p:txBody>
          <a:bodyPr>
            <a:normAutofit fontScale="90000"/>
          </a:bodyPr>
          <a:lstStyle/>
          <a:p>
            <a:r>
              <a:rPr lang="en-IN" sz="6000" b="1" dirty="0"/>
              <a:t>HashPlag Detect SYSTEM</a:t>
            </a:r>
            <a:br>
              <a:rPr lang="en-IN" dirty="0"/>
            </a:br>
            <a:endParaRPr lang="en-IN" dirty="0"/>
          </a:p>
        </p:txBody>
      </p:sp>
      <p:sp>
        <p:nvSpPr>
          <p:cNvPr id="3" name="Subtitle 2">
            <a:extLst>
              <a:ext uri="{FF2B5EF4-FFF2-40B4-BE49-F238E27FC236}">
                <a16:creationId xmlns:a16="http://schemas.microsoft.com/office/drawing/2014/main" id="{A3723939-7B60-C729-03CA-4B4D5825D7EA}"/>
              </a:ext>
            </a:extLst>
          </p:cNvPr>
          <p:cNvSpPr>
            <a:spLocks noGrp="1"/>
          </p:cNvSpPr>
          <p:nvPr>
            <p:ph type="subTitle" idx="4294967295"/>
          </p:nvPr>
        </p:nvSpPr>
        <p:spPr>
          <a:xfrm>
            <a:off x="9459459" y="4426177"/>
            <a:ext cx="6030912" cy="2750229"/>
          </a:xfrm>
        </p:spPr>
        <p:txBody>
          <a:bodyPr>
            <a:normAutofit/>
          </a:bodyPr>
          <a:lstStyle/>
          <a:p>
            <a:pPr algn="l"/>
            <a:r>
              <a:rPr lang="en-IN" sz="2000" b="1" dirty="0"/>
              <a:t>Section</a:t>
            </a:r>
            <a:r>
              <a:rPr lang="en-IN" sz="2000" dirty="0"/>
              <a:t> : 03</a:t>
            </a:r>
          </a:p>
          <a:p>
            <a:pPr algn="l"/>
            <a:r>
              <a:rPr lang="en-IN" sz="2000" b="1" dirty="0"/>
              <a:t>Team No </a:t>
            </a:r>
            <a:r>
              <a:rPr lang="en-IN" sz="2000" dirty="0"/>
              <a:t>: 03</a:t>
            </a:r>
          </a:p>
          <a:p>
            <a:pPr algn="l"/>
            <a:r>
              <a:rPr lang="en-IN" sz="2000" b="1" dirty="0"/>
              <a:t>Team Members:</a:t>
            </a:r>
          </a:p>
          <a:p>
            <a:r>
              <a:rPr lang="en-IN" sz="2000" dirty="0"/>
              <a:t>Teja Sri – 2520030139                           </a:t>
            </a:r>
          </a:p>
          <a:p>
            <a:pPr algn="l"/>
            <a:r>
              <a:rPr lang="en-IN" sz="2000" dirty="0"/>
              <a:t>Soumya – 2520030304</a:t>
            </a:r>
            <a:endParaRPr lang="en-IN" sz="1050" dirty="0"/>
          </a:p>
        </p:txBody>
      </p:sp>
      <p:sp>
        <p:nvSpPr>
          <p:cNvPr id="4" name="Subtitle 2">
            <a:extLst>
              <a:ext uri="{FF2B5EF4-FFF2-40B4-BE49-F238E27FC236}">
                <a16:creationId xmlns:a16="http://schemas.microsoft.com/office/drawing/2014/main" id="{5AFB3CF2-2797-25CB-536B-66B7076EC3DA}"/>
              </a:ext>
            </a:extLst>
          </p:cNvPr>
          <p:cNvSpPr txBox="1">
            <a:spLocks/>
          </p:cNvSpPr>
          <p:nvPr/>
        </p:nvSpPr>
        <p:spPr>
          <a:xfrm>
            <a:off x="4631871" y="2427667"/>
            <a:ext cx="7560129" cy="1199580"/>
          </a:xfrm>
          <a:prstGeom prst="rect">
            <a:avLst/>
          </a:prstGeom>
        </p:spPr>
        <p:txBody>
          <a:bodyPr vert="horz" lIns="91440" tIns="0" rIns="91440" bIns="45720" rtlCol="0" anchor="b">
            <a:normAutofit/>
          </a:bodyPr>
          <a:lstStyle>
            <a:lvl1pPr marL="0" indent="0" algn="r" defTabSz="914400" rtl="0" eaLnBrk="1" latinLnBrk="0" hangingPunct="1">
              <a:lnSpc>
                <a:spcPct val="110000"/>
              </a:lnSpc>
              <a:spcBef>
                <a:spcPts val="1000"/>
              </a:spcBef>
              <a:buSzPct val="80000"/>
              <a:buFont typeface="Arial" panose="020B0604020202020204" pitchFamily="34" charset="0"/>
              <a:buNone/>
              <a:defRPr sz="1800" b="0" kern="1200">
                <a:solidFill>
                  <a:schemeClr val="tx1"/>
                </a:solidFill>
                <a:latin typeface="+mn-lt"/>
                <a:ea typeface="+mn-ea"/>
                <a:cs typeface="+mn-cs"/>
              </a:defRPr>
            </a:lvl1pPr>
            <a:lvl2pPr marL="457200" indent="0" algn="ctr" defTabSz="914400" rtl="0" eaLnBrk="1" latinLnBrk="0" hangingPunct="1">
              <a:lnSpc>
                <a:spcPct val="110000"/>
              </a:lnSpc>
              <a:spcBef>
                <a:spcPts val="500"/>
              </a:spcBef>
              <a:buSzPct val="80000"/>
              <a:buFont typeface="Goudy Old Style" panose="02020502050305020303" pitchFamily="18" charset="0"/>
              <a:buNone/>
              <a:defRPr sz="1800" i="1" kern="1200">
                <a:solidFill>
                  <a:schemeClr val="tx1"/>
                </a:solidFill>
                <a:latin typeface="+mn-lt"/>
                <a:ea typeface="+mn-ea"/>
                <a:cs typeface="+mn-cs"/>
              </a:defRPr>
            </a:lvl2pPr>
            <a:lvl3pPr marL="914400" indent="0" algn="ctr" defTabSz="914400" rtl="0" eaLnBrk="1" latinLnBrk="0" hangingPunct="1">
              <a:lnSpc>
                <a:spcPct val="110000"/>
              </a:lnSpc>
              <a:spcBef>
                <a:spcPts val="500"/>
              </a:spcBef>
              <a:buSzPct val="80000"/>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10000"/>
              </a:lnSpc>
              <a:spcBef>
                <a:spcPts val="500"/>
              </a:spcBef>
              <a:buSzPct val="80000"/>
              <a:buFont typeface="Goudy Old Style" panose="02020502050305020303" pitchFamily="18" charset="0"/>
              <a:buNone/>
              <a:defRPr sz="1600" i="1" kern="1200">
                <a:solidFill>
                  <a:schemeClr val="tx1"/>
                </a:solidFill>
                <a:latin typeface="+mn-lt"/>
                <a:ea typeface="+mn-ea"/>
                <a:cs typeface="+mn-cs"/>
              </a:defRPr>
            </a:lvl4pPr>
            <a:lvl5pPr marL="1828800" indent="0" algn="ctr" defTabSz="914400" rtl="0" eaLnBrk="1" latinLnBrk="0" hangingPunct="1">
              <a:lnSpc>
                <a:spcPct val="110000"/>
              </a:lnSpc>
              <a:spcBef>
                <a:spcPts val="500"/>
              </a:spcBef>
              <a:buSzPct val="80000"/>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IN" sz="2000" dirty="0"/>
              <a:t>  </a:t>
            </a:r>
            <a:r>
              <a:rPr lang="en-IN" sz="2400" dirty="0"/>
              <a:t>using - Rolling Hash Algorithm (Polynomial Rolling Hash)</a:t>
            </a:r>
            <a:endParaRPr lang="en-IN" sz="2000" dirty="0"/>
          </a:p>
        </p:txBody>
      </p:sp>
    </p:spTree>
    <p:extLst>
      <p:ext uri="{BB962C8B-B14F-4D97-AF65-F5344CB8AC3E}">
        <p14:creationId xmlns:p14="http://schemas.microsoft.com/office/powerpoint/2010/main" val="23224852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C2BDF4-B09A-03AF-D1C4-FBEA257099E3}"/>
              </a:ext>
            </a:extLst>
          </p:cNvPr>
          <p:cNvSpPr>
            <a:spLocks noGrp="1"/>
          </p:cNvSpPr>
          <p:nvPr>
            <p:ph type="title"/>
          </p:nvPr>
        </p:nvSpPr>
        <p:spPr>
          <a:xfrm>
            <a:off x="1910459" y="974887"/>
            <a:ext cx="7958331" cy="1077229"/>
          </a:xfrm>
        </p:spPr>
        <p:txBody>
          <a:bodyPr>
            <a:normAutofit fontScale="90000"/>
          </a:bodyPr>
          <a:lstStyle/>
          <a:p>
            <a:pPr algn="ctr"/>
            <a:r>
              <a:rPr lang="en-IN" b="1" dirty="0"/>
              <a:t>Abstract</a:t>
            </a:r>
            <a:br>
              <a:rPr lang="en-IN" b="1" dirty="0"/>
            </a:br>
            <a:r>
              <a:rPr lang="en-IN" dirty="0"/>
              <a:t>  </a:t>
            </a:r>
          </a:p>
        </p:txBody>
      </p:sp>
      <p:sp>
        <p:nvSpPr>
          <p:cNvPr id="4" name="Content Placeholder 3">
            <a:extLst>
              <a:ext uri="{FF2B5EF4-FFF2-40B4-BE49-F238E27FC236}">
                <a16:creationId xmlns:a16="http://schemas.microsoft.com/office/drawing/2014/main" id="{BA6C5C76-A111-5350-8ED7-E459FC85A01F}"/>
              </a:ext>
            </a:extLst>
          </p:cNvPr>
          <p:cNvSpPr>
            <a:spLocks noGrp="1"/>
          </p:cNvSpPr>
          <p:nvPr>
            <p:ph idx="1"/>
          </p:nvPr>
        </p:nvSpPr>
        <p:spPr>
          <a:xfrm>
            <a:off x="563336" y="1899716"/>
            <a:ext cx="10714263" cy="4794998"/>
          </a:xfrm>
        </p:spPr>
        <p:txBody>
          <a:bodyPr>
            <a:normAutofit/>
          </a:bodyPr>
          <a:lstStyle/>
          <a:p>
            <a:r>
              <a:rPr lang="en-IN" dirty="0"/>
              <a:t>	</a:t>
            </a:r>
            <a:r>
              <a:rPr lang="en-IN" sz="2200" dirty="0"/>
              <a:t>This project is about plagiarism detection system that checks whether two or more documents contain the same text as the other . First the system takes multiple documents as an input then it divides the text into small sections then for each sections the system will create a hash value using the polynomial rolling hash algorithm. Then it compares the hash value of a sections in the first document and then it compares that with the other documents if the hash values matches the system checks the actual text to make sure that the text is really copied or same as the other document . This helps handle the hash collisions. Then the system also calculates the similarity percentage between the documents and then returns the match percentage between the two documents and it also highlights the text or copied passages so it would be efficient for the user to see which parts are similar</a:t>
            </a:r>
          </a:p>
        </p:txBody>
      </p:sp>
    </p:spTree>
    <p:extLst>
      <p:ext uri="{BB962C8B-B14F-4D97-AF65-F5344CB8AC3E}">
        <p14:creationId xmlns:p14="http://schemas.microsoft.com/office/powerpoint/2010/main" val="11266969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EAAF6A-56A2-44EE-FC5B-DC9DA2E1A9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3EA337-22E9-B8A2-C9FA-DBEA18B1491D}"/>
              </a:ext>
            </a:extLst>
          </p:cNvPr>
          <p:cNvSpPr>
            <a:spLocks noGrp="1"/>
          </p:cNvSpPr>
          <p:nvPr>
            <p:ph type="title"/>
          </p:nvPr>
        </p:nvSpPr>
        <p:spPr>
          <a:xfrm>
            <a:off x="1989080" y="520863"/>
            <a:ext cx="7958331" cy="1077229"/>
          </a:xfrm>
        </p:spPr>
        <p:txBody>
          <a:bodyPr/>
          <a:lstStyle/>
          <a:p>
            <a:pPr algn="ctr"/>
            <a:r>
              <a:rPr lang="en-IN" b="1" dirty="0"/>
              <a:t>Problem Statement </a:t>
            </a:r>
          </a:p>
        </p:txBody>
      </p:sp>
      <p:sp>
        <p:nvSpPr>
          <p:cNvPr id="4" name="Content Placeholder 3">
            <a:extLst>
              <a:ext uri="{FF2B5EF4-FFF2-40B4-BE49-F238E27FC236}">
                <a16:creationId xmlns:a16="http://schemas.microsoft.com/office/drawing/2014/main" id="{E04A410F-5569-C641-6208-321B1A90956A}"/>
              </a:ext>
            </a:extLst>
          </p:cNvPr>
          <p:cNvSpPr>
            <a:spLocks noGrp="1"/>
          </p:cNvSpPr>
          <p:nvPr>
            <p:ph idx="1"/>
          </p:nvPr>
        </p:nvSpPr>
        <p:spPr>
          <a:xfrm>
            <a:off x="838199" y="2061469"/>
            <a:ext cx="11008179" cy="4275668"/>
          </a:xfrm>
        </p:spPr>
        <p:txBody>
          <a:bodyPr>
            <a:normAutofit/>
          </a:bodyPr>
          <a:lstStyle/>
          <a:p>
            <a:pPr marL="0" indent="0">
              <a:buNone/>
            </a:pPr>
            <a:r>
              <a:rPr lang="en-IN" sz="2200" dirty="0"/>
              <a:t>Plagiarism detection becomes difficult and time-consuming when multiple documents contain large amounts of text. Manually comparing documents to identify copied passages is inefficient and may miss small duplicated sections. Therefore, a system is required to automatically compare multiple documents, detect matching text segments efficiently, calculate similarity percentages, and clearly highlight duplicated content.</a:t>
            </a:r>
          </a:p>
          <a:p>
            <a:endParaRPr lang="en-IN" dirty="0"/>
          </a:p>
        </p:txBody>
      </p:sp>
    </p:spTree>
    <p:extLst>
      <p:ext uri="{BB962C8B-B14F-4D97-AF65-F5344CB8AC3E}">
        <p14:creationId xmlns:p14="http://schemas.microsoft.com/office/powerpoint/2010/main" val="237371966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C64527-768C-03F9-9B5F-CDA3A99F97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B54ADB5-841B-E517-0006-C3347604C42A}"/>
              </a:ext>
            </a:extLst>
          </p:cNvPr>
          <p:cNvSpPr>
            <a:spLocks noGrp="1"/>
          </p:cNvSpPr>
          <p:nvPr>
            <p:ph type="title"/>
          </p:nvPr>
        </p:nvSpPr>
        <p:spPr>
          <a:xfrm>
            <a:off x="2116667" y="961665"/>
            <a:ext cx="7958331" cy="1077229"/>
          </a:xfrm>
        </p:spPr>
        <p:txBody>
          <a:bodyPr>
            <a:normAutofit fontScale="90000"/>
          </a:bodyPr>
          <a:lstStyle/>
          <a:p>
            <a:pPr algn="ctr"/>
            <a:r>
              <a:rPr lang="en-IN" b="1" dirty="0"/>
              <a:t>Proposed Functionalities</a:t>
            </a:r>
            <a:br>
              <a:rPr lang="en-IN" b="1" dirty="0"/>
            </a:br>
            <a:endParaRPr lang="en-IN" dirty="0"/>
          </a:p>
        </p:txBody>
      </p:sp>
      <p:sp>
        <p:nvSpPr>
          <p:cNvPr id="4" name="Content Placeholder 3">
            <a:extLst>
              <a:ext uri="{FF2B5EF4-FFF2-40B4-BE49-F238E27FC236}">
                <a16:creationId xmlns:a16="http://schemas.microsoft.com/office/drawing/2014/main" id="{A18241D1-C009-DC33-CA8B-538D9A2820F6}"/>
              </a:ext>
            </a:extLst>
          </p:cNvPr>
          <p:cNvSpPr>
            <a:spLocks noGrp="1"/>
          </p:cNvSpPr>
          <p:nvPr>
            <p:ph idx="1"/>
          </p:nvPr>
        </p:nvSpPr>
        <p:spPr>
          <a:xfrm>
            <a:off x="841248" y="1810513"/>
            <a:ext cx="11494685" cy="5250688"/>
          </a:xfrm>
        </p:spPr>
        <p:txBody>
          <a:bodyPr>
            <a:normAutofit/>
          </a:bodyPr>
          <a:lstStyle/>
          <a:p>
            <a:pPr marL="285750" lvl="0" indent="-285750">
              <a:buFont typeface="Arial" panose="020B0604020202020204" pitchFamily="34" charset="0"/>
              <a:buChar char="•"/>
            </a:pPr>
            <a:r>
              <a:rPr lang="en-IN" sz="2000" b="1" dirty="0"/>
              <a:t>Multiple Document Upload</a:t>
            </a:r>
            <a:br>
              <a:rPr lang="en-IN" sz="2000" dirty="0"/>
            </a:br>
            <a:r>
              <a:rPr lang="en-IN" sz="2000" dirty="0"/>
              <a:t>Allow users to upload two or more documents for comparison. </a:t>
            </a:r>
          </a:p>
          <a:p>
            <a:pPr marL="285750" lvl="0" indent="-285750">
              <a:buFont typeface="Arial" panose="020B0604020202020204" pitchFamily="34" charset="0"/>
              <a:buChar char="•"/>
            </a:pPr>
            <a:r>
              <a:rPr lang="en-IN" sz="2000" b="1" dirty="0"/>
              <a:t>Text Preprocessing</a:t>
            </a:r>
            <a:br>
              <a:rPr lang="en-IN" sz="2000" dirty="0"/>
            </a:br>
            <a:r>
              <a:rPr lang="en-IN" sz="2000" dirty="0"/>
              <a:t>Remove unnecessary spaces, special characters, and formatting to make comparison easier. </a:t>
            </a:r>
          </a:p>
          <a:p>
            <a:pPr marL="285750" lvl="0" indent="-285750">
              <a:buFont typeface="Arial" panose="020B0604020202020204" pitchFamily="34" charset="0"/>
              <a:buChar char="•"/>
            </a:pPr>
            <a:r>
              <a:rPr lang="en-IN" sz="2000" b="1" dirty="0"/>
              <a:t>Text Segmentation</a:t>
            </a:r>
            <a:br>
              <a:rPr lang="en-IN" sz="2000" dirty="0"/>
            </a:br>
            <a:r>
              <a:rPr lang="en-IN" sz="2000" dirty="0"/>
              <a:t>Divide the documents into smaller text sections for efficient comparison. </a:t>
            </a:r>
          </a:p>
          <a:p>
            <a:pPr marL="285750" lvl="0" indent="-285750">
              <a:buFont typeface="Arial" panose="020B0604020202020204" pitchFamily="34" charset="0"/>
              <a:buChar char="•"/>
            </a:pPr>
            <a:r>
              <a:rPr lang="en-IN" sz="2000" b="1" dirty="0"/>
              <a:t>Polynomial Rolling Hash</a:t>
            </a:r>
            <a:br>
              <a:rPr lang="en-IN" sz="2000" dirty="0"/>
            </a:br>
            <a:r>
              <a:rPr lang="en-IN" sz="2000" dirty="0"/>
              <a:t>Generate hash values for each text section. </a:t>
            </a:r>
          </a:p>
          <a:p>
            <a:pPr marL="285750" lvl="0" indent="-285750">
              <a:buFont typeface="Arial" panose="020B0604020202020204" pitchFamily="34" charset="0"/>
              <a:buChar char="•"/>
            </a:pPr>
            <a:r>
              <a:rPr lang="en-IN" sz="2000" b="1" dirty="0"/>
              <a:t>Rabin-Karp Algorithm</a:t>
            </a:r>
            <a:br>
              <a:rPr lang="en-IN" sz="2000" dirty="0"/>
            </a:br>
            <a:r>
              <a:rPr lang="en-IN" sz="2000" dirty="0"/>
              <a:t>Compare the hash values efficiently to find possible matching passages. </a:t>
            </a:r>
          </a:p>
          <a:p>
            <a:endParaRPr lang="en-IN" dirty="0"/>
          </a:p>
        </p:txBody>
      </p:sp>
    </p:spTree>
    <p:extLst>
      <p:ext uri="{BB962C8B-B14F-4D97-AF65-F5344CB8AC3E}">
        <p14:creationId xmlns:p14="http://schemas.microsoft.com/office/powerpoint/2010/main" val="7030503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B8DBEF-D362-D595-4F14-871C21127AFC}"/>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296227A9-134A-33CE-E1AA-A633847DF4CE}"/>
              </a:ext>
            </a:extLst>
          </p:cNvPr>
          <p:cNvSpPr>
            <a:spLocks noGrp="1"/>
          </p:cNvSpPr>
          <p:nvPr>
            <p:ph idx="1"/>
          </p:nvPr>
        </p:nvSpPr>
        <p:spPr>
          <a:xfrm>
            <a:off x="841248" y="1810513"/>
            <a:ext cx="11494685" cy="5250688"/>
          </a:xfrm>
        </p:spPr>
        <p:txBody>
          <a:bodyPr>
            <a:normAutofit/>
          </a:bodyPr>
          <a:lstStyle/>
          <a:p>
            <a:pPr marL="285750" lvl="0" indent="-285750">
              <a:buFont typeface="Arial" panose="020B0604020202020204" pitchFamily="34" charset="0"/>
              <a:buChar char="•"/>
            </a:pPr>
            <a:r>
              <a:rPr lang="en-IN" sz="2000" b="1" dirty="0"/>
              <a:t>Hash Collision Handling</a:t>
            </a:r>
            <a:br>
              <a:rPr lang="en-IN" sz="2000" dirty="0"/>
            </a:br>
            <a:r>
              <a:rPr lang="en-IN" sz="2000" dirty="0"/>
              <a:t>Compare the actual text whenever hash values match to confirm that the passages are truly identical. </a:t>
            </a:r>
          </a:p>
          <a:p>
            <a:pPr marL="285750" lvl="0" indent="-285750">
              <a:buFont typeface="Arial" panose="020B0604020202020204" pitchFamily="34" charset="0"/>
              <a:buChar char="•"/>
            </a:pPr>
            <a:r>
              <a:rPr lang="en-IN" sz="2000" b="1" dirty="0"/>
              <a:t>Plagiarism Detection</a:t>
            </a:r>
            <a:br>
              <a:rPr lang="en-IN" sz="2000" dirty="0"/>
            </a:br>
            <a:r>
              <a:rPr lang="en-IN" sz="2000" dirty="0"/>
              <a:t>Identify copied or matching passages between the documents. </a:t>
            </a:r>
          </a:p>
          <a:p>
            <a:pPr marL="285750" lvl="0" indent="-285750">
              <a:buFont typeface="Arial" panose="020B0604020202020204" pitchFamily="34" charset="0"/>
              <a:buChar char="•"/>
            </a:pPr>
            <a:r>
              <a:rPr lang="en-IN" sz="2000" b="1" dirty="0"/>
              <a:t>Similarity Percentage</a:t>
            </a:r>
            <a:br>
              <a:rPr lang="en-IN" sz="2000" dirty="0"/>
            </a:br>
            <a:r>
              <a:rPr lang="en-IN" sz="2000" dirty="0"/>
              <a:t>Calculate and display the percentage of similar content between documents. </a:t>
            </a:r>
          </a:p>
          <a:p>
            <a:pPr marL="285750" lvl="0" indent="-285750">
              <a:buFont typeface="Arial" panose="020B0604020202020204" pitchFamily="34" charset="0"/>
              <a:buChar char="•"/>
            </a:pPr>
            <a:r>
              <a:rPr lang="en-IN" sz="2000" b="1" dirty="0"/>
              <a:t>Duplicate Text Highlighting</a:t>
            </a:r>
            <a:br>
              <a:rPr lang="en-IN" sz="2000" dirty="0"/>
            </a:br>
            <a:r>
              <a:rPr lang="en-IN" sz="2000" dirty="0"/>
              <a:t>Highlight the copied passages so users can easily identify them. </a:t>
            </a:r>
          </a:p>
          <a:p>
            <a:pPr marL="285750" lvl="0" indent="-285750">
              <a:buFont typeface="Arial" panose="020B0604020202020204" pitchFamily="34" charset="0"/>
              <a:buChar char="•"/>
            </a:pPr>
            <a:r>
              <a:rPr lang="en-IN" sz="2000" b="1" dirty="0"/>
              <a:t>Comparison Report</a:t>
            </a:r>
            <a:br>
              <a:rPr lang="en-IN" sz="2000" dirty="0"/>
            </a:br>
            <a:r>
              <a:rPr lang="en-IN" sz="2000" dirty="0"/>
              <a:t>Display the document names, matching passages, and overall similarity percentage.</a:t>
            </a:r>
          </a:p>
          <a:p>
            <a:endParaRPr lang="en-IN" b="1" dirty="0"/>
          </a:p>
        </p:txBody>
      </p:sp>
    </p:spTree>
    <p:extLst>
      <p:ext uri="{BB962C8B-B14F-4D97-AF65-F5344CB8AC3E}">
        <p14:creationId xmlns:p14="http://schemas.microsoft.com/office/powerpoint/2010/main" val="30882530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DECD52-9E45-EA8E-E620-36FB22C44C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1AE53F-BDAC-A8B4-E61A-0FA76A7A8A09}"/>
              </a:ext>
            </a:extLst>
          </p:cNvPr>
          <p:cNvSpPr>
            <a:spLocks noGrp="1"/>
          </p:cNvSpPr>
          <p:nvPr>
            <p:ph type="title"/>
          </p:nvPr>
        </p:nvSpPr>
        <p:spPr>
          <a:xfrm>
            <a:off x="2116834" y="1723665"/>
            <a:ext cx="7958331" cy="1077229"/>
          </a:xfrm>
        </p:spPr>
        <p:txBody>
          <a:bodyPr>
            <a:normAutofit fontScale="90000"/>
          </a:bodyPr>
          <a:lstStyle/>
          <a:p>
            <a:pPr algn="ctr"/>
            <a:r>
              <a:rPr lang="en-IN" b="1" dirty="0"/>
              <a:t>Tools and Technologies</a:t>
            </a:r>
            <a:br>
              <a:rPr lang="en-IN" b="1" dirty="0"/>
            </a:br>
            <a:br>
              <a:rPr lang="en-IN" b="1" dirty="0"/>
            </a:br>
            <a:endParaRPr lang="en-IN" dirty="0"/>
          </a:p>
        </p:txBody>
      </p:sp>
      <p:sp>
        <p:nvSpPr>
          <p:cNvPr id="4" name="Content Placeholder 3">
            <a:extLst>
              <a:ext uri="{FF2B5EF4-FFF2-40B4-BE49-F238E27FC236}">
                <a16:creationId xmlns:a16="http://schemas.microsoft.com/office/drawing/2014/main" id="{07D35F08-0AAA-55E7-6AAF-BF8C6DF42BD9}"/>
              </a:ext>
            </a:extLst>
          </p:cNvPr>
          <p:cNvSpPr>
            <a:spLocks noGrp="1"/>
          </p:cNvSpPr>
          <p:nvPr>
            <p:ph idx="1"/>
          </p:nvPr>
        </p:nvSpPr>
        <p:spPr>
          <a:xfrm>
            <a:off x="1396094" y="1918608"/>
            <a:ext cx="10643506" cy="5172306"/>
          </a:xfrm>
        </p:spPr>
        <p:txBody>
          <a:bodyPr>
            <a:normAutofit/>
          </a:bodyPr>
          <a:lstStyle/>
          <a:p>
            <a:pPr marL="342900" lvl="0" indent="-342900">
              <a:buFont typeface="Arial" panose="020B0604020202020204" pitchFamily="34" charset="0"/>
              <a:buChar char="•"/>
            </a:pPr>
            <a:r>
              <a:rPr lang="en-IN" sz="2000" b="1" dirty="0"/>
              <a:t>Programming Language:</a:t>
            </a:r>
            <a:r>
              <a:rPr lang="en-IN" sz="2000" dirty="0"/>
              <a:t> Java</a:t>
            </a:r>
          </a:p>
          <a:p>
            <a:pPr marL="342900" lvl="0" indent="-342900">
              <a:buFont typeface="Arial" panose="020B0604020202020204" pitchFamily="34" charset="0"/>
              <a:buChar char="•"/>
            </a:pPr>
            <a:r>
              <a:rPr lang="en-IN" sz="2000" b="1" dirty="0"/>
              <a:t>Algorithms:</a:t>
            </a:r>
            <a:r>
              <a:rPr lang="en-IN" sz="2000" dirty="0"/>
              <a:t> Rolling Hash, Polynomial Hashing, String Matching</a:t>
            </a:r>
          </a:p>
          <a:p>
            <a:pPr marL="342900" lvl="0" indent="-342900">
              <a:buFont typeface="Arial" panose="020B0604020202020204" pitchFamily="34" charset="0"/>
              <a:buChar char="•"/>
            </a:pPr>
            <a:r>
              <a:rPr lang="en-IN" sz="2000" b="1" dirty="0"/>
              <a:t>Data Structures:</a:t>
            </a:r>
            <a:r>
              <a:rPr lang="en-IN" sz="2000" dirty="0"/>
              <a:t> Hash Tables, Arrays, Strings</a:t>
            </a:r>
          </a:p>
          <a:p>
            <a:pPr marL="342900" lvl="0" indent="-342900">
              <a:buFont typeface="Arial" panose="020B0604020202020204" pitchFamily="34" charset="0"/>
              <a:buChar char="•"/>
            </a:pPr>
            <a:r>
              <a:rPr lang="en-IN" sz="2000" b="1" dirty="0"/>
              <a:t>Development Environment:</a:t>
            </a:r>
            <a:r>
              <a:rPr lang="en-IN" sz="2000" dirty="0"/>
              <a:t> VS Code / IntelliJ IDEA</a:t>
            </a:r>
          </a:p>
          <a:p>
            <a:pPr marL="342900" lvl="0" indent="-342900">
              <a:buFont typeface="Arial" panose="020B0604020202020204" pitchFamily="34" charset="0"/>
              <a:buChar char="•"/>
            </a:pPr>
            <a:r>
              <a:rPr lang="en-IN" sz="2000" b="1" dirty="0"/>
              <a:t>Input Format:</a:t>
            </a:r>
            <a:r>
              <a:rPr lang="en-IN" sz="2000" dirty="0"/>
              <a:t> TXT and other text-based documents</a:t>
            </a:r>
          </a:p>
          <a:p>
            <a:pPr marL="342900" lvl="0" indent="-342900">
              <a:buFont typeface="Arial" panose="020B0604020202020204" pitchFamily="34" charset="0"/>
              <a:buChar char="•"/>
            </a:pPr>
            <a:r>
              <a:rPr lang="en-IN" sz="2000" b="1" dirty="0"/>
              <a:t>Visualization:</a:t>
            </a:r>
            <a:r>
              <a:rPr lang="en-IN" sz="2000" dirty="0"/>
              <a:t> HTML, CSS, JavaScript (if a web interface is implemented)</a:t>
            </a:r>
          </a:p>
          <a:p>
            <a:pPr marL="342900" lvl="0" indent="-342900">
              <a:buFont typeface="Arial" panose="020B0604020202020204" pitchFamily="34" charset="0"/>
              <a:buChar char="•"/>
            </a:pPr>
            <a:r>
              <a:rPr lang="en-IN" sz="2000" b="1" dirty="0"/>
              <a:t>Version Control:</a:t>
            </a:r>
            <a:r>
              <a:rPr lang="en-IN" sz="2000" dirty="0"/>
              <a:t> Git and GitHub</a:t>
            </a:r>
          </a:p>
          <a:p>
            <a:pPr marL="342900" lvl="0" indent="-342900">
              <a:buFont typeface="Arial" panose="020B0604020202020204" pitchFamily="34" charset="0"/>
              <a:buChar char="•"/>
            </a:pPr>
            <a:r>
              <a:rPr lang="en-IN" sz="2000" b="1" dirty="0"/>
              <a:t>Backend:</a:t>
            </a:r>
            <a:r>
              <a:rPr lang="en-IN" sz="2000" dirty="0"/>
              <a:t> Java + Spring Boot</a:t>
            </a:r>
          </a:p>
          <a:p>
            <a:pPr marL="342900" lvl="0" indent="-342900">
              <a:buFont typeface="Arial" panose="020B0604020202020204" pitchFamily="34" charset="0"/>
              <a:buChar char="•"/>
            </a:pPr>
            <a:r>
              <a:rPr lang="en-IN" sz="2000" b="1" dirty="0"/>
              <a:t>Database:</a:t>
            </a:r>
            <a:r>
              <a:rPr lang="en-IN" sz="2000" dirty="0"/>
              <a:t> MySQL </a:t>
            </a:r>
          </a:p>
        </p:txBody>
      </p:sp>
    </p:spTree>
    <p:extLst>
      <p:ext uri="{BB962C8B-B14F-4D97-AF65-F5344CB8AC3E}">
        <p14:creationId xmlns:p14="http://schemas.microsoft.com/office/powerpoint/2010/main" val="22471911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106C8F-CFEF-A084-FBB6-296C72BB85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D4135D-C97A-3C04-F135-3D12E2E678B7}"/>
              </a:ext>
            </a:extLst>
          </p:cNvPr>
          <p:cNvSpPr>
            <a:spLocks noGrp="1"/>
          </p:cNvSpPr>
          <p:nvPr>
            <p:ph type="title"/>
          </p:nvPr>
        </p:nvSpPr>
        <p:spPr>
          <a:xfrm>
            <a:off x="2018694" y="634489"/>
            <a:ext cx="7958331" cy="1077229"/>
          </a:xfrm>
        </p:spPr>
        <p:txBody>
          <a:bodyPr>
            <a:normAutofit/>
          </a:bodyPr>
          <a:lstStyle/>
          <a:p>
            <a:pPr algn="ctr"/>
            <a:r>
              <a:rPr lang="en-IN" b="1" dirty="0"/>
              <a:t>WORKFLOW</a:t>
            </a:r>
          </a:p>
        </p:txBody>
      </p:sp>
      <p:pic>
        <p:nvPicPr>
          <p:cNvPr id="9" name="Content Placeholder 8" descr="Conquer Text in a Flash: The Rabin-Karp Algorithm Explained | by Maanya Chadalavada | Medium">
            <a:extLst>
              <a:ext uri="{FF2B5EF4-FFF2-40B4-BE49-F238E27FC236}">
                <a16:creationId xmlns:a16="http://schemas.microsoft.com/office/drawing/2014/main" id="{249B1AF0-9D1F-8A64-1CD6-7C1ECEF268C0}"/>
              </a:ext>
            </a:extLst>
          </p:cNvPr>
          <p:cNvPicPr>
            <a:picLocks noGrp="1" noChangeAspect="1"/>
          </p:cNvPicPr>
          <p:nvPr>
            <p:ph idx="1"/>
          </p:nvPr>
        </p:nvPicPr>
        <p:blipFill>
          <a:blip r:embed="rId3"/>
          <a:stretch>
            <a:fillRect/>
          </a:stretch>
        </p:blipFill>
        <p:spPr>
          <a:xfrm>
            <a:off x="193564" y="1929040"/>
            <a:ext cx="5902436" cy="4790168"/>
          </a:xfrm>
          <a:prstGeom prst="rect">
            <a:avLst/>
          </a:prstGeom>
        </p:spPr>
      </p:pic>
      <p:pic>
        <p:nvPicPr>
          <p:cNvPr id="10" name="Picture 9" descr="✨ Academic Plagiarism Detector using Rabin-Karp Algorithm | by Gadewarradhika | Medium">
            <a:extLst>
              <a:ext uri="{FF2B5EF4-FFF2-40B4-BE49-F238E27FC236}">
                <a16:creationId xmlns:a16="http://schemas.microsoft.com/office/drawing/2014/main" id="{C4EED29C-8048-5348-3890-2CC4C400E133}"/>
              </a:ext>
            </a:extLst>
          </p:cNvPr>
          <p:cNvPicPr>
            <a:picLocks noChangeAspect="1"/>
          </p:cNvPicPr>
          <p:nvPr/>
        </p:nvPicPr>
        <p:blipFill>
          <a:blip r:embed="rId4"/>
          <a:stretch>
            <a:fillRect/>
          </a:stretch>
        </p:blipFill>
        <p:spPr>
          <a:xfrm>
            <a:off x="6698043" y="3805691"/>
            <a:ext cx="4838094" cy="2717567"/>
          </a:xfrm>
          <a:prstGeom prst="rect">
            <a:avLst/>
          </a:prstGeom>
        </p:spPr>
      </p:pic>
    </p:spTree>
    <p:extLst>
      <p:ext uri="{BB962C8B-B14F-4D97-AF65-F5344CB8AC3E}">
        <p14:creationId xmlns:p14="http://schemas.microsoft.com/office/powerpoint/2010/main" val="5181478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EDC4C6-FA94-1CE3-7AB7-37800841FD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7A5D7B-ABC4-2485-A6BC-3F321962601E}"/>
              </a:ext>
            </a:extLst>
          </p:cNvPr>
          <p:cNvSpPr>
            <a:spLocks noGrp="1"/>
          </p:cNvSpPr>
          <p:nvPr>
            <p:ph type="title"/>
          </p:nvPr>
        </p:nvSpPr>
        <p:spPr>
          <a:xfrm>
            <a:off x="2018694" y="634489"/>
            <a:ext cx="7958331" cy="1077229"/>
          </a:xfrm>
        </p:spPr>
        <p:txBody>
          <a:bodyPr>
            <a:normAutofit/>
          </a:bodyPr>
          <a:lstStyle/>
          <a:p>
            <a:pPr algn="ctr"/>
            <a:r>
              <a:rPr lang="en-IN" b="1" dirty="0"/>
              <a:t>Expected Outcome</a:t>
            </a:r>
          </a:p>
        </p:txBody>
      </p:sp>
      <p:sp>
        <p:nvSpPr>
          <p:cNvPr id="4" name="Content Placeholder 3">
            <a:extLst>
              <a:ext uri="{FF2B5EF4-FFF2-40B4-BE49-F238E27FC236}">
                <a16:creationId xmlns:a16="http://schemas.microsoft.com/office/drawing/2014/main" id="{2326DF4F-052E-7BBF-9259-7E9E88F20824}"/>
              </a:ext>
            </a:extLst>
          </p:cNvPr>
          <p:cNvSpPr>
            <a:spLocks noGrp="1"/>
          </p:cNvSpPr>
          <p:nvPr>
            <p:ph idx="1"/>
          </p:nvPr>
        </p:nvSpPr>
        <p:spPr>
          <a:xfrm>
            <a:off x="334736" y="1861094"/>
            <a:ext cx="10870729" cy="5625556"/>
          </a:xfrm>
        </p:spPr>
        <p:txBody>
          <a:bodyPr>
            <a:normAutofit/>
          </a:bodyPr>
          <a:lstStyle/>
          <a:p>
            <a:r>
              <a:rPr lang="en-IN" dirty="0"/>
              <a:t>The expected outcome is a working plagiarism detection system that can efficiently compare multiple documents and identify duplicated passages using rolling hash techniques. The system will provide similarity percentages, verify matches to reduce false positives caused by hash collisions, and highlight copied sections for easy identification. The project will demonstrate how hashing and efficient string-matching techniques can be applied to solve real-world document comparison problems.</a:t>
            </a:r>
          </a:p>
          <a:p>
            <a:pPr marL="285750" lvl="0" indent="-285750">
              <a:buFont typeface="Arial" panose="020B0604020202020204" pitchFamily="34" charset="0"/>
              <a:buChar char="•"/>
            </a:pPr>
            <a:r>
              <a:rPr lang="en-IN" dirty="0"/>
              <a:t>Copied Content Detection </a:t>
            </a:r>
          </a:p>
          <a:p>
            <a:pPr marL="285750" lvl="0" indent="-285750">
              <a:buFont typeface="Arial" panose="020B0604020202020204" pitchFamily="34" charset="0"/>
              <a:buChar char="•"/>
            </a:pPr>
            <a:r>
              <a:rPr lang="en-IN" dirty="0"/>
              <a:t>Fast Document Comparison </a:t>
            </a:r>
          </a:p>
          <a:p>
            <a:pPr marL="285750" lvl="0" indent="-285750">
              <a:buFont typeface="Arial" panose="020B0604020202020204" pitchFamily="34" charset="0"/>
              <a:buChar char="•"/>
            </a:pPr>
            <a:r>
              <a:rPr lang="en-IN" dirty="0"/>
              <a:t>Accurate Matching </a:t>
            </a:r>
          </a:p>
          <a:p>
            <a:pPr marL="285750" lvl="0" indent="-285750">
              <a:buFont typeface="Arial" panose="020B0604020202020204" pitchFamily="34" charset="0"/>
              <a:buChar char="•"/>
            </a:pPr>
            <a:r>
              <a:rPr lang="en-IN" dirty="0"/>
              <a:t>Similarity Percentage </a:t>
            </a:r>
          </a:p>
          <a:p>
            <a:pPr marL="285750" lvl="0" indent="-285750">
              <a:buFont typeface="Arial" panose="020B0604020202020204" pitchFamily="34" charset="0"/>
              <a:buChar char="•"/>
            </a:pPr>
            <a:r>
              <a:rPr lang="en-IN" dirty="0"/>
              <a:t>Duplicate Passage Highlighting </a:t>
            </a:r>
          </a:p>
          <a:p>
            <a:pPr marL="285750" lvl="0" indent="-285750">
              <a:buFont typeface="Arial" panose="020B0604020202020204" pitchFamily="34" charset="0"/>
              <a:buChar char="•"/>
            </a:pPr>
            <a:r>
              <a:rPr lang="en-IN" dirty="0"/>
              <a:t>Comparison Report </a:t>
            </a:r>
          </a:p>
          <a:p>
            <a:pPr marL="285750" lvl="0" indent="-285750">
              <a:buFont typeface="Arial" panose="020B0604020202020204" pitchFamily="34" charset="0"/>
              <a:buChar char="•"/>
            </a:pPr>
            <a:r>
              <a:rPr lang="en-IN" dirty="0"/>
              <a:t>Efficient Use of DSA </a:t>
            </a:r>
          </a:p>
          <a:p>
            <a:endParaRPr lang="en-IN" dirty="0"/>
          </a:p>
        </p:txBody>
      </p:sp>
    </p:spTree>
    <p:extLst>
      <p:ext uri="{BB962C8B-B14F-4D97-AF65-F5344CB8AC3E}">
        <p14:creationId xmlns:p14="http://schemas.microsoft.com/office/powerpoint/2010/main" val="402851888"/>
      </p:ext>
    </p:extLst>
  </p:cSld>
  <p:clrMapOvr>
    <a:masterClrMapping/>
  </p:clrMapOvr>
</p:sld>
</file>

<file path=ppt/theme/theme1.xml><?xml version="1.0" encoding="utf-8"?>
<a:theme xmlns:a="http://schemas.openxmlformats.org/drawingml/2006/main" name="Archway">
  <a:themeElements>
    <a:clrScheme name="Archway">
      <a:dk1>
        <a:sysClr val="windowText" lastClr="000000"/>
      </a:dk1>
      <a:lt1>
        <a:sysClr val="window" lastClr="FFFFFF"/>
      </a:lt1>
      <a:dk2>
        <a:srgbClr val="424C4E"/>
      </a:dk2>
      <a:lt2>
        <a:srgbClr val="EDE9E7"/>
      </a:lt2>
      <a:accent1>
        <a:srgbClr val="9FA597"/>
      </a:accent1>
      <a:accent2>
        <a:srgbClr val="AEA67E"/>
      </a:accent2>
      <a:accent3>
        <a:srgbClr val="957D71"/>
      </a:accent3>
      <a:accent4>
        <a:srgbClr val="C88769"/>
      </a:accent4>
      <a:accent5>
        <a:srgbClr val="97A4AA"/>
      </a:accent5>
      <a:accent6>
        <a:srgbClr val="9FA4A5"/>
      </a:accent6>
      <a:hlink>
        <a:srgbClr val="8C9484"/>
      </a:hlink>
      <a:folHlink>
        <a:srgbClr val="C17957"/>
      </a:folHlink>
    </a:clrScheme>
    <a:fontScheme name="Archway">
      <a:majorFont>
        <a:latin typeface="Felix Titling"/>
        <a:ea typeface=""/>
        <a:cs typeface=""/>
      </a:majorFont>
      <a:minorFont>
        <a:latin typeface="Goudy Old Styl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rchway" id="{CCBE687C-D9F1-4254-B066-5079611C2397}" vid="{9D57D580-D4A7-454F-BF49-8DDDB4A8185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Archway</Template>
  <TotalTime>718</TotalTime>
  <Words>579</Words>
  <Application>Microsoft Office PowerPoint</Application>
  <PresentationFormat>Widescreen</PresentationFormat>
  <Paragraphs>48</Paragraphs>
  <Slides>8</Slides>
  <Notes>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Aptos</vt:lpstr>
      <vt:lpstr>Arial</vt:lpstr>
      <vt:lpstr>Felix Titling</vt:lpstr>
      <vt:lpstr>Goudy Old Style</vt:lpstr>
      <vt:lpstr>Archway</vt:lpstr>
      <vt:lpstr>HashPlag Detect SYSTEM </vt:lpstr>
      <vt:lpstr>Abstract   </vt:lpstr>
      <vt:lpstr>Problem Statement </vt:lpstr>
      <vt:lpstr>Proposed Functionalities </vt:lpstr>
      <vt:lpstr>PowerPoint Presentation</vt:lpstr>
      <vt:lpstr>Tools and Technologies  </vt:lpstr>
      <vt:lpstr>WORKFLOW</vt:lpstr>
      <vt:lpstr>Expected Outcome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Durga vara Prasad Raju Namburi</dc:creator>
  <cp:lastModifiedBy>Durga vara Prasad Raju Namburi</cp:lastModifiedBy>
  <cp:revision>1</cp:revision>
  <dcterms:created xsi:type="dcterms:W3CDTF">2026-08-19T14:56:30Z</dcterms:created>
  <dcterms:modified xsi:type="dcterms:W3CDTF">2026-08-24T08:26:13Z</dcterms:modified>
</cp:coreProperties>
</file>