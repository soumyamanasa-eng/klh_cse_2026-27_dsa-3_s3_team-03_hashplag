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11"/>
  </p:notesMasterIdLst>
  <p:sldIdLst>
    <p:sldId id="256" r:id="rId2"/>
    <p:sldId id="257" r:id="rId3"/>
    <p:sldId id="258" r:id="rId4"/>
    <p:sldId id="260" r:id="rId5"/>
    <p:sldId id="263" r:id="rId6"/>
    <p:sldId id="261" r:id="rId7"/>
    <p:sldId id="264" r:id="rId8"/>
    <p:sldId id="262"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860726-85B1-4D3F-8C31-F2073CEACB84}" v="34" dt="2026-08-24T08:26:02.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6" autoAdjust="0"/>
    <p:restoredTop sz="94660"/>
  </p:normalViewPr>
  <p:slideViewPr>
    <p:cSldViewPr snapToGrid="0">
      <p:cViewPr varScale="1">
        <p:scale>
          <a:sx n="90" d="100"/>
          <a:sy n="90" d="100"/>
        </p:scale>
        <p:origin x="17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rga vara Prasad Raju Namburi" userId="1b6db2e35bef8e7b" providerId="LiveId" clId="{0CA74268-08C3-4900-8634-35A04B677187}"/>
    <pc:docChg chg="undo custSel addSld delSld modSld sldOrd modMainMaster">
      <pc:chgData name="Durga vara Prasad Raju Namburi" userId="1b6db2e35bef8e7b" providerId="LiveId" clId="{0CA74268-08C3-4900-8634-35A04B677187}" dt="2026-08-24T08:25:32.405" v="1390" actId="14100"/>
      <pc:docMkLst>
        <pc:docMk/>
      </pc:docMkLst>
      <pc:sldChg chg="addSp delSp modSp mod modClrScheme chgLayout">
        <pc:chgData name="Durga vara Prasad Raju Namburi" userId="1b6db2e35bef8e7b" providerId="LiveId" clId="{0CA74268-08C3-4900-8634-35A04B677187}" dt="2026-08-24T08:25:32.405" v="1390" actId="14100"/>
        <pc:sldMkLst>
          <pc:docMk/>
          <pc:sldMk cId="2322485283" sldId="256"/>
        </pc:sldMkLst>
        <pc:spChg chg="mod ord">
          <ac:chgData name="Durga vara Prasad Raju Namburi" userId="1b6db2e35bef8e7b" providerId="LiveId" clId="{0CA74268-08C3-4900-8634-35A04B677187}" dt="2026-08-24T08:25:32.405" v="1390" actId="14100"/>
          <ac:spMkLst>
            <pc:docMk/>
            <pc:sldMk cId="2322485283" sldId="256"/>
            <ac:spMk id="2" creationId="{2A28CE79-E41D-A656-0140-18FB8A703544}"/>
          </ac:spMkLst>
        </pc:spChg>
        <pc:spChg chg="mod ord">
          <ac:chgData name="Durga vara Prasad Raju Namburi" userId="1b6db2e35bef8e7b" providerId="LiveId" clId="{0CA74268-08C3-4900-8634-35A04B677187}" dt="2026-08-20T05:48:53.204" v="1317"/>
          <ac:spMkLst>
            <pc:docMk/>
            <pc:sldMk cId="2322485283" sldId="256"/>
            <ac:spMk id="3" creationId="{A3723939-7B60-C729-03CA-4B4D5825D7EA}"/>
          </ac:spMkLst>
        </pc:spChg>
        <pc:spChg chg="add del mod">
          <ac:chgData name="Durga vara Prasad Raju Namburi" userId="1b6db2e35bef8e7b" providerId="LiveId" clId="{0CA74268-08C3-4900-8634-35A04B677187}" dt="2026-08-24T08:13:36.752" v="1380" actId="1076"/>
          <ac:spMkLst>
            <pc:docMk/>
            <pc:sldMk cId="2322485283" sldId="256"/>
            <ac:spMk id="4" creationId="{5AFB3CF2-2797-25CB-536B-66B7076EC3DA}"/>
          </ac:spMkLst>
        </pc:spChg>
        <pc:spChg chg="add del mod">
          <ac:chgData name="Durga vara Prasad Raju Namburi" userId="1b6db2e35bef8e7b" providerId="LiveId" clId="{0CA74268-08C3-4900-8634-35A04B677187}" dt="2026-08-24T08:01:06.176" v="1346"/>
          <ac:spMkLst>
            <pc:docMk/>
            <pc:sldMk cId="2322485283" sldId="256"/>
            <ac:spMk id="5" creationId="{1CCEC649-612C-C087-B7BB-E6BE8F6A5FCA}"/>
          </ac:spMkLst>
        </pc:spChg>
      </pc:sldChg>
      <pc:sldChg chg="modSp mod ord">
        <pc:chgData name="Durga vara Prasad Raju Namburi" userId="1b6db2e35bef8e7b" providerId="LiveId" clId="{0CA74268-08C3-4900-8634-35A04B677187}" dt="2026-08-20T05:49:50.120" v="1321" actId="14100"/>
        <pc:sldMkLst>
          <pc:docMk/>
          <pc:sldMk cId="1126696959" sldId="257"/>
        </pc:sldMkLst>
        <pc:spChg chg="mod">
          <ac:chgData name="Durga vara Prasad Raju Namburi" userId="1b6db2e35bef8e7b" providerId="LiveId" clId="{0CA74268-08C3-4900-8634-35A04B677187}" dt="2026-08-20T05:28:34.100" v="1097" actId="113"/>
          <ac:spMkLst>
            <pc:docMk/>
            <pc:sldMk cId="1126696959" sldId="257"/>
            <ac:spMk id="2" creationId="{67C2BDF4-B09A-03AF-D1C4-FBEA257099E3}"/>
          </ac:spMkLst>
        </pc:spChg>
        <pc:spChg chg="mod">
          <ac:chgData name="Durga vara Prasad Raju Namburi" userId="1b6db2e35bef8e7b" providerId="LiveId" clId="{0CA74268-08C3-4900-8634-35A04B677187}" dt="2026-08-20T05:49:50.120" v="1321" actId="14100"/>
          <ac:spMkLst>
            <pc:docMk/>
            <pc:sldMk cId="1126696959" sldId="257"/>
            <ac:spMk id="4" creationId="{BA6C5C76-A111-5350-8ED7-E459FC85A01F}"/>
          </ac:spMkLst>
        </pc:spChg>
      </pc:sldChg>
      <pc:sldChg chg="addSp delSp modSp mod ord">
        <pc:chgData name="Durga vara Prasad Raju Namburi" userId="1b6db2e35bef8e7b" providerId="LiveId" clId="{0CA74268-08C3-4900-8634-35A04B677187}" dt="2026-08-24T08:14:26.495" v="1381" actId="1076"/>
        <pc:sldMkLst>
          <pc:docMk/>
          <pc:sldMk cId="2373719663" sldId="258"/>
        </pc:sldMkLst>
        <pc:spChg chg="mod">
          <ac:chgData name="Durga vara Prasad Raju Namburi" userId="1b6db2e35bef8e7b" providerId="LiveId" clId="{0CA74268-08C3-4900-8634-35A04B677187}" dt="2026-08-24T08:14:26.495" v="1381" actId="1076"/>
          <ac:spMkLst>
            <pc:docMk/>
            <pc:sldMk cId="2373719663" sldId="258"/>
            <ac:spMk id="2" creationId="{B83EA337-22E9-B8A2-C9FA-DBEA18B1491D}"/>
          </ac:spMkLst>
        </pc:spChg>
        <pc:spChg chg="add del mod">
          <ac:chgData name="Durga vara Prasad Raju Namburi" userId="1b6db2e35bef8e7b" providerId="LiveId" clId="{0CA74268-08C3-4900-8634-35A04B677187}" dt="2026-08-24T08:05:29.076" v="1352"/>
          <ac:spMkLst>
            <pc:docMk/>
            <pc:sldMk cId="2373719663" sldId="258"/>
            <ac:spMk id="3" creationId="{52B9E6A5-AC20-1A8C-9AA9-EDAFEEB97D69}"/>
          </ac:spMkLst>
        </pc:spChg>
        <pc:spChg chg="mod">
          <ac:chgData name="Durga vara Prasad Raju Namburi" userId="1b6db2e35bef8e7b" providerId="LiveId" clId="{0CA74268-08C3-4900-8634-35A04B677187}" dt="2026-08-20T05:50:11.672" v="1324" actId="14100"/>
          <ac:spMkLst>
            <pc:docMk/>
            <pc:sldMk cId="2373719663" sldId="258"/>
            <ac:spMk id="4" creationId="{E04A410F-5569-C641-6208-321B1A90956A}"/>
          </ac:spMkLst>
        </pc:spChg>
        <pc:spChg chg="add del mod">
          <ac:chgData name="Durga vara Prasad Raju Namburi" userId="1b6db2e35bef8e7b" providerId="LiveId" clId="{0CA74268-08C3-4900-8634-35A04B677187}" dt="2026-08-24T08:06:07.030" v="1360" actId="478"/>
          <ac:spMkLst>
            <pc:docMk/>
            <pc:sldMk cId="2373719663" sldId="258"/>
            <ac:spMk id="5" creationId="{3DAA3CCA-4D6D-2C5E-E092-5BC4F5ED4E11}"/>
          </ac:spMkLst>
        </pc:spChg>
      </pc:sldChg>
      <pc:sldChg chg="modSp mod">
        <pc:chgData name="Durga vara Prasad Raju Namburi" userId="1b6db2e35bef8e7b" providerId="LiveId" clId="{0CA74268-08C3-4900-8634-35A04B677187}" dt="2026-08-20T05:32:59.902" v="1172" actId="403"/>
        <pc:sldMkLst>
          <pc:docMk/>
          <pc:sldMk cId="703050368" sldId="260"/>
        </pc:sldMkLst>
        <pc:spChg chg="mod">
          <ac:chgData name="Durga vara Prasad Raju Namburi" userId="1b6db2e35bef8e7b" providerId="LiveId" clId="{0CA74268-08C3-4900-8634-35A04B677187}" dt="2026-08-20T05:08:11.651" v="17" actId="27636"/>
          <ac:spMkLst>
            <pc:docMk/>
            <pc:sldMk cId="703050368" sldId="260"/>
            <ac:spMk id="2" creationId="{BB54ADB5-841B-E517-0006-C3347604C42A}"/>
          </ac:spMkLst>
        </pc:spChg>
        <pc:spChg chg="mod">
          <ac:chgData name="Durga vara Prasad Raju Namburi" userId="1b6db2e35bef8e7b" providerId="LiveId" clId="{0CA74268-08C3-4900-8634-35A04B677187}" dt="2026-08-20T05:32:59.902" v="1172" actId="403"/>
          <ac:spMkLst>
            <pc:docMk/>
            <pc:sldMk cId="703050368" sldId="260"/>
            <ac:spMk id="4" creationId="{A18241D1-C009-DC33-CA8B-538D9A2820F6}"/>
          </ac:spMkLst>
        </pc:spChg>
      </pc:sldChg>
      <pc:sldChg chg="modSp mod">
        <pc:chgData name="Durga vara Prasad Raju Namburi" userId="1b6db2e35bef8e7b" providerId="LiveId" clId="{0CA74268-08C3-4900-8634-35A04B677187}" dt="2026-08-24T08:13:29.329" v="1379" actId="20578"/>
        <pc:sldMkLst>
          <pc:docMk/>
          <pc:sldMk cId="2247191163" sldId="261"/>
        </pc:sldMkLst>
        <pc:spChg chg="mod">
          <ac:chgData name="Durga vara Prasad Raju Namburi" userId="1b6db2e35bef8e7b" providerId="LiveId" clId="{0CA74268-08C3-4900-8634-35A04B677187}" dt="2026-08-20T05:33:22.120" v="1177" actId="20577"/>
          <ac:spMkLst>
            <pc:docMk/>
            <pc:sldMk cId="2247191163" sldId="261"/>
            <ac:spMk id="2" creationId="{3D1AE53F-BDAC-A8B4-E61A-0FA76A7A8A09}"/>
          </ac:spMkLst>
        </pc:spChg>
        <pc:spChg chg="mod">
          <ac:chgData name="Durga vara Prasad Raju Namburi" userId="1b6db2e35bef8e7b" providerId="LiveId" clId="{0CA74268-08C3-4900-8634-35A04B677187}" dt="2026-08-24T08:13:29.329" v="1379" actId="20578"/>
          <ac:spMkLst>
            <pc:docMk/>
            <pc:sldMk cId="2247191163" sldId="261"/>
            <ac:spMk id="4" creationId="{07D35F08-0AAA-55E7-6AAF-BF8C6DF42BD9}"/>
          </ac:spMkLst>
        </pc:spChg>
      </pc:sldChg>
      <pc:sldChg chg="modSp add del mod">
        <pc:chgData name="Durga vara Prasad Raju Namburi" userId="1b6db2e35bef8e7b" providerId="LiveId" clId="{0CA74268-08C3-4900-8634-35A04B677187}" dt="2026-08-20T05:55:25.276" v="1338" actId="403"/>
        <pc:sldMkLst>
          <pc:docMk/>
          <pc:sldMk cId="402851888" sldId="262"/>
        </pc:sldMkLst>
        <pc:spChg chg="mod">
          <ac:chgData name="Durga vara Prasad Raju Namburi" userId="1b6db2e35bef8e7b" providerId="LiveId" clId="{0CA74268-08C3-4900-8634-35A04B677187}" dt="2026-08-20T05:37:31.840" v="1198" actId="1076"/>
          <ac:spMkLst>
            <pc:docMk/>
            <pc:sldMk cId="402851888" sldId="262"/>
            <ac:spMk id="2" creationId="{E27A5D7B-ABC4-2485-A6BC-3F321962601E}"/>
          </ac:spMkLst>
        </pc:spChg>
        <pc:spChg chg="mod">
          <ac:chgData name="Durga vara Prasad Raju Namburi" userId="1b6db2e35bef8e7b" providerId="LiveId" clId="{0CA74268-08C3-4900-8634-35A04B677187}" dt="2026-08-20T05:55:25.276" v="1338" actId="403"/>
          <ac:spMkLst>
            <pc:docMk/>
            <pc:sldMk cId="402851888" sldId="262"/>
            <ac:spMk id="4" creationId="{2326DF4F-052E-7BBF-9259-7E9E88F20824}"/>
          </ac:spMkLst>
        </pc:spChg>
      </pc:sldChg>
      <pc:sldChg chg="addSp delSp modSp add mod">
        <pc:chgData name="Durga vara Prasad Raju Namburi" userId="1b6db2e35bef8e7b" providerId="LiveId" clId="{0CA74268-08C3-4900-8634-35A04B677187}" dt="2026-08-20T05:33:06.847" v="1173" actId="403"/>
        <pc:sldMkLst>
          <pc:docMk/>
          <pc:sldMk cId="3088253040" sldId="263"/>
        </pc:sldMkLst>
        <pc:spChg chg="mod">
          <ac:chgData name="Durga vara Prasad Raju Namburi" userId="1b6db2e35bef8e7b" providerId="LiveId" clId="{0CA74268-08C3-4900-8634-35A04B677187}" dt="2026-08-20T05:33:06.847" v="1173" actId="403"/>
          <ac:spMkLst>
            <pc:docMk/>
            <pc:sldMk cId="3088253040" sldId="263"/>
            <ac:spMk id="4" creationId="{296227A9-134A-33CE-E1AA-A633847DF4CE}"/>
          </ac:spMkLst>
        </pc:spChg>
      </pc:sldChg>
      <pc:sldChg chg="addSp delSp modSp add mod ord modClrScheme chgLayout">
        <pc:chgData name="Durga vara Prasad Raju Namburi" userId="1b6db2e35bef8e7b" providerId="LiveId" clId="{0CA74268-08C3-4900-8634-35A04B677187}" dt="2026-08-20T05:42:56.071" v="1259" actId="1076"/>
        <pc:sldMkLst>
          <pc:docMk/>
          <pc:sldMk cId="518147887" sldId="264"/>
        </pc:sldMkLst>
        <pc:spChg chg="mod ord">
          <ac:chgData name="Durga vara Prasad Raju Namburi" userId="1b6db2e35bef8e7b" providerId="LiveId" clId="{0CA74268-08C3-4900-8634-35A04B677187}" dt="2026-08-20T05:42:15.240" v="1244" actId="20577"/>
          <ac:spMkLst>
            <pc:docMk/>
            <pc:sldMk cId="518147887" sldId="264"/>
            <ac:spMk id="2" creationId="{EDD4135D-C97A-3C04-F135-3D12E2E678B7}"/>
          </ac:spMkLst>
        </pc:spChg>
        <pc:picChg chg="add mod">
          <ac:chgData name="Durga vara Prasad Raju Namburi" userId="1b6db2e35bef8e7b" providerId="LiveId" clId="{0CA74268-08C3-4900-8634-35A04B677187}" dt="2026-08-20T05:42:54.921" v="1258" actId="1076"/>
          <ac:picMkLst>
            <pc:docMk/>
            <pc:sldMk cId="518147887" sldId="264"/>
            <ac:picMk id="9" creationId="{249B1AF0-9D1F-8A64-1CD6-7C1ECEF268C0}"/>
          </ac:picMkLst>
        </pc:picChg>
        <pc:picChg chg="add mod">
          <ac:chgData name="Durga vara Prasad Raju Namburi" userId="1b6db2e35bef8e7b" providerId="LiveId" clId="{0CA74268-08C3-4900-8634-35A04B677187}" dt="2026-08-20T05:42:56.071" v="1259" actId="1076"/>
          <ac:picMkLst>
            <pc:docMk/>
            <pc:sldMk cId="518147887" sldId="264"/>
            <ac:picMk id="10" creationId="{C4EED29C-8048-5348-3890-2CC4C400E133}"/>
          </ac:picMkLst>
        </pc:picChg>
      </pc:sldChg>
      <pc:sldMasterChg chg="modSldLayout">
        <pc:chgData name="Durga vara Prasad Raju Namburi" userId="1b6db2e35bef8e7b" providerId="LiveId" clId="{0CA74268-08C3-4900-8634-35A04B677187}" dt="2026-08-20T05:08:11.449" v="13"/>
        <pc:sldMasterMkLst>
          <pc:docMk/>
          <pc:sldMasterMk cId="3534612501" sldId="2147483660"/>
        </pc:sldMasterMkLst>
        <pc:sldLayoutChg chg="delSp">
          <pc:chgData name="Durga vara Prasad Raju Namburi" userId="1b6db2e35bef8e7b" providerId="LiveId" clId="{0CA74268-08C3-4900-8634-35A04B677187}" dt="2026-08-20T05:08:11.449" v="13"/>
          <pc:sldLayoutMkLst>
            <pc:docMk/>
            <pc:sldMasterMk cId="3534612501" sldId="2147483660"/>
            <pc:sldLayoutMk cId="3399302002" sldId="2147483688"/>
          </pc:sldLayoutMkLst>
        </pc:sldLayoutChg>
        <pc:sldLayoutChg chg="delSp">
          <pc:chgData name="Durga vara Prasad Raju Namburi" userId="1b6db2e35bef8e7b" providerId="LiveId" clId="{0CA74268-08C3-4900-8634-35A04B677187}" dt="2026-08-20T05:08:11.449" v="13"/>
          <pc:sldLayoutMkLst>
            <pc:docMk/>
            <pc:sldMasterMk cId="3534612501" sldId="2147483660"/>
            <pc:sldLayoutMk cId="2311287483" sldId="214748368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250A6-243D-4E3A-B54C-F2E26195DB80}" type="datetimeFigureOut">
              <a:rPr lang="en-IN" smtClean="0"/>
              <a:t>12-10-2026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5BD1FB-B1AF-49D9-B502-A3273D744402}" type="slidenum">
              <a:rPr lang="en-IN" smtClean="0"/>
              <a:t>‹#›</a:t>
            </a:fld>
            <a:endParaRPr lang="en-IN"/>
          </a:p>
        </p:txBody>
      </p:sp>
    </p:spTree>
    <p:extLst>
      <p:ext uri="{BB962C8B-B14F-4D97-AF65-F5344CB8AC3E}">
        <p14:creationId xmlns:p14="http://schemas.microsoft.com/office/powerpoint/2010/main" val="3003671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5BD1FB-B1AF-49D9-B502-A3273D744402}" type="slidenum">
              <a:rPr lang="en-IN" smtClean="0"/>
              <a:t>3</a:t>
            </a:fld>
            <a:endParaRPr lang="en-IN"/>
          </a:p>
        </p:txBody>
      </p:sp>
    </p:spTree>
    <p:extLst>
      <p:ext uri="{BB962C8B-B14F-4D97-AF65-F5344CB8AC3E}">
        <p14:creationId xmlns:p14="http://schemas.microsoft.com/office/powerpoint/2010/main" val="240470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D9305-C12D-D0C2-84D0-1F3AE2585B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247518-B218-D9B7-D137-9338BE3C765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7780F2C-8B1E-5186-43A0-3710714275B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44084DC-EBAB-337D-AE61-363C0B864D7A}"/>
              </a:ext>
            </a:extLst>
          </p:cNvPr>
          <p:cNvSpPr>
            <a:spLocks noGrp="1"/>
          </p:cNvSpPr>
          <p:nvPr>
            <p:ph type="sldNum" sz="quarter" idx="5"/>
          </p:nvPr>
        </p:nvSpPr>
        <p:spPr/>
        <p:txBody>
          <a:bodyPr/>
          <a:lstStyle/>
          <a:p>
            <a:fld id="{5E5BD1FB-B1AF-49D9-B502-A3273D744402}" type="slidenum">
              <a:rPr lang="en-IN" smtClean="0"/>
              <a:t>4</a:t>
            </a:fld>
            <a:endParaRPr lang="en-IN"/>
          </a:p>
        </p:txBody>
      </p:sp>
    </p:spTree>
    <p:extLst>
      <p:ext uri="{BB962C8B-B14F-4D97-AF65-F5344CB8AC3E}">
        <p14:creationId xmlns:p14="http://schemas.microsoft.com/office/powerpoint/2010/main" val="258007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C9A4B-0A96-5ADF-AF3A-1F55E8250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3D2967-1480-3FF9-7E88-511C58B15E4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D4D306C-3143-619C-5B67-1E8C229C9E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B445F81-EE9E-DE2D-A0AD-D4D58957E655}"/>
              </a:ext>
            </a:extLst>
          </p:cNvPr>
          <p:cNvSpPr>
            <a:spLocks noGrp="1"/>
          </p:cNvSpPr>
          <p:nvPr>
            <p:ph type="sldNum" sz="quarter" idx="5"/>
          </p:nvPr>
        </p:nvSpPr>
        <p:spPr/>
        <p:txBody>
          <a:bodyPr/>
          <a:lstStyle/>
          <a:p>
            <a:fld id="{5E5BD1FB-B1AF-49D9-B502-A3273D744402}" type="slidenum">
              <a:rPr lang="en-IN" smtClean="0"/>
              <a:t>5</a:t>
            </a:fld>
            <a:endParaRPr lang="en-IN"/>
          </a:p>
        </p:txBody>
      </p:sp>
    </p:spTree>
    <p:extLst>
      <p:ext uri="{BB962C8B-B14F-4D97-AF65-F5344CB8AC3E}">
        <p14:creationId xmlns:p14="http://schemas.microsoft.com/office/powerpoint/2010/main" val="369626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951FA-E77C-E84C-8B26-1D89AA856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B279-D808-65A0-F27C-77841BFEC99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0E921CD-A7EE-AE51-F6CF-92CCBC43985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4D62090-BF0B-7CE6-8807-271855274662}"/>
              </a:ext>
            </a:extLst>
          </p:cNvPr>
          <p:cNvSpPr>
            <a:spLocks noGrp="1"/>
          </p:cNvSpPr>
          <p:nvPr>
            <p:ph type="sldNum" sz="quarter" idx="5"/>
          </p:nvPr>
        </p:nvSpPr>
        <p:spPr/>
        <p:txBody>
          <a:bodyPr/>
          <a:lstStyle/>
          <a:p>
            <a:fld id="{5E5BD1FB-B1AF-49D9-B502-A3273D744402}" type="slidenum">
              <a:rPr lang="en-IN" smtClean="0"/>
              <a:t>6</a:t>
            </a:fld>
            <a:endParaRPr lang="en-IN"/>
          </a:p>
        </p:txBody>
      </p:sp>
    </p:spTree>
    <p:extLst>
      <p:ext uri="{BB962C8B-B14F-4D97-AF65-F5344CB8AC3E}">
        <p14:creationId xmlns:p14="http://schemas.microsoft.com/office/powerpoint/2010/main" val="1680516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C688D-ED7F-9F5C-0032-661B7F143F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73C71-A313-CDAE-5A04-D9C3DAF75FB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4D0FCDC-9744-6335-B5B0-F00AB7DAA61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259E777-66D8-689E-0C13-75538BBDD89E}"/>
              </a:ext>
            </a:extLst>
          </p:cNvPr>
          <p:cNvSpPr>
            <a:spLocks noGrp="1"/>
          </p:cNvSpPr>
          <p:nvPr>
            <p:ph type="sldNum" sz="quarter" idx="5"/>
          </p:nvPr>
        </p:nvSpPr>
        <p:spPr/>
        <p:txBody>
          <a:bodyPr/>
          <a:lstStyle/>
          <a:p>
            <a:fld id="{5E5BD1FB-B1AF-49D9-B502-A3273D744402}" type="slidenum">
              <a:rPr lang="en-IN" smtClean="0"/>
              <a:t>7</a:t>
            </a:fld>
            <a:endParaRPr lang="en-IN"/>
          </a:p>
        </p:txBody>
      </p:sp>
    </p:spTree>
    <p:extLst>
      <p:ext uri="{BB962C8B-B14F-4D97-AF65-F5344CB8AC3E}">
        <p14:creationId xmlns:p14="http://schemas.microsoft.com/office/powerpoint/2010/main" val="210296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F93B9-B902-66D7-549D-AA3AB303B9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51F02-1E1E-832B-3004-D9E90782B19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1BD34DC-F023-0A86-24A6-A41DFE77F60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CD7947F-CDC9-12CC-162C-D80DC66488F6}"/>
              </a:ext>
            </a:extLst>
          </p:cNvPr>
          <p:cNvSpPr>
            <a:spLocks noGrp="1"/>
          </p:cNvSpPr>
          <p:nvPr>
            <p:ph type="sldNum" sz="quarter" idx="5"/>
          </p:nvPr>
        </p:nvSpPr>
        <p:spPr/>
        <p:txBody>
          <a:bodyPr/>
          <a:lstStyle/>
          <a:p>
            <a:fld id="{5E5BD1FB-B1AF-49D9-B502-A3273D744402}" type="slidenum">
              <a:rPr lang="en-IN" smtClean="0"/>
              <a:t>8</a:t>
            </a:fld>
            <a:endParaRPr lang="en-IN"/>
          </a:p>
        </p:txBody>
      </p:sp>
    </p:spTree>
    <p:extLst>
      <p:ext uri="{BB962C8B-B14F-4D97-AF65-F5344CB8AC3E}">
        <p14:creationId xmlns:p14="http://schemas.microsoft.com/office/powerpoint/2010/main" val="4069446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B4D08-DC50-70CB-8ECA-A4963B778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4FCA5-0615-A474-E5E9-E4C6BB2DDC1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0069BF5-6D6B-B21C-0D64-0D8EEF23BA7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B1D571C-E561-E5E8-28BA-FC206B89FD39}"/>
              </a:ext>
            </a:extLst>
          </p:cNvPr>
          <p:cNvSpPr>
            <a:spLocks noGrp="1"/>
          </p:cNvSpPr>
          <p:nvPr>
            <p:ph type="sldNum" sz="quarter" idx="5"/>
          </p:nvPr>
        </p:nvSpPr>
        <p:spPr/>
        <p:txBody>
          <a:bodyPr/>
          <a:lstStyle/>
          <a:p>
            <a:fld id="{5E5BD1FB-B1AF-49D9-B502-A3273D744402}" type="slidenum">
              <a:rPr lang="en-IN" smtClean="0"/>
              <a:t>9</a:t>
            </a:fld>
            <a:endParaRPr lang="en-IN"/>
          </a:p>
        </p:txBody>
      </p:sp>
    </p:spTree>
    <p:extLst>
      <p:ext uri="{BB962C8B-B14F-4D97-AF65-F5344CB8AC3E}">
        <p14:creationId xmlns:p14="http://schemas.microsoft.com/office/powerpoint/2010/main" val="9980229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
              </a:t>
            </a:r>
            <a:endParaRPr lang="en-US" dirty="0"/>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3CBC1C18-307B-4F68-A007-B5B542270E8D}" type="datetimeFigureOut">
              <a:rPr lang="en-US" smtClean="0"/>
              <a:t>10/12/2026</a:t>
            </a:fld>
            <a:endParaRPr lang="en-US" dirty="0"/>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95270517"/>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4766551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a:t>
              </a:t>
            </a:r>
            <a:endParaRPr lang="en-US" dirty="0"/>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3CBC1C18-307B-4F68-A007-B5B542270E8D}" type="datetimeFigureOut">
              <a:rPr lang="en-US" smtClean="0"/>
              <a:t>10/12/2026</a:t>
            </a:fld>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9999359"/>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a:t>
              </a:t>
            </a:r>
            <a:endParaRPr lang="en-US" dirty="0"/>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3CBC1C18-307B-4F68-A007-B5B542270E8D}" type="datetimeFigureOut">
              <a:rPr lang="en-US" smtClean="0"/>
              <a:t>10/12/2026</a:t>
            </a:fld>
            <a:endParaRPr lang="en-US" dirty="0"/>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10946077"/>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218036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2229490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44454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06765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848452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
              </a:t>
            </a:r>
            <a:endParaRPr lang="en-US" dirty="0"/>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6D22F896-40B5-4ADD-8801-0D06FADFA095}" type="slidenum">
              <a:rPr lang="en-US" smtClean="0"/>
              <a:pPr/>
              <a:t>‹#›</a:t>
            </a:fld>
            <a:endParaRPr lang="en-US" dirty="0"/>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423444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3CBC1C18-307B-4F68-A007-B5B542270E8D}" type="datetimeFigureOut">
              <a:rPr lang="en-US" smtClean="0"/>
              <a:t>10/12/2026</a:t>
            </a:fld>
            <a:endParaRPr lang="en-US" dirty="0"/>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
              </a:t>
            </a:r>
            <a:endParaRPr lang="en-US" dirty="0"/>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8693507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3CBC1C18-307B-4F68-A007-B5B542270E8D}" type="datetimeFigureOut">
              <a:rPr lang="en-US" smtClean="0"/>
              <a:t>10/12/2026</a:t>
            </a:fld>
            <a:endParaRPr lang="en-US" dirty="0"/>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a:t>
              </a:t>
            </a:r>
            <a:endParaRPr lang="en-US" dirty="0"/>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6387036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3CBC1C18-307B-4F68-A007-B5B542270E8D}" type="datetimeFigureOut">
              <a:rPr lang="en-US" smtClean="0"/>
              <a:t>10/12/2026</a:t>
            </a:fld>
            <a:endParaRPr lang="en-US" dirty="0"/>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a:t>
              </a:t>
            </a:r>
            <a:endParaRPr lang="en-US" dirty="0"/>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2505644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3CBC1C18-307B-4F68-A007-B5B542270E8D}" type="datetimeFigureOut">
              <a:rPr lang="en-US" smtClean="0"/>
              <a:t>10/12/2026</a:t>
            </a:fld>
            <a:endParaRPr lang="en-US" dirty="0"/>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a:t>
              </a:t>
            </a:r>
            <a:endParaRPr lang="en-US" dirty="0"/>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9719116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3CBC1C18-307B-4F68-A007-B5B542270E8D}" type="datetimeFigureOut">
              <a:rPr lang="en-US" smtClean="0"/>
              <a:t>10/12/2026</a:t>
            </a:fld>
            <a:endParaRPr lang="en-US" dirty="0"/>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a:t>
              </a:t>
            </a:r>
            <a:endParaRPr lang="en-US" dirty="0"/>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68311858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a:t>
              </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548983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0969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
              </a:t>
            </a:r>
            <a:endParaRPr lang="en-US" dirty="0"/>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3CBC1C18-307B-4F68-A007-B5B542270E8D}" type="datetimeFigureOut">
              <a:rPr lang="en-US" smtClean="0"/>
              <a:t>10/12/2026</a:t>
            </a:fld>
            <a:endParaRPr lang="en-US" dirty="0"/>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6D22F896-40B5-4ADD-8801-0D06FADFA095}" type="slidenum">
              <a:rPr lang="en-US" smtClean="0"/>
              <a:pPr/>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244411778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5314205"/>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1810172237"/>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43670548"/>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67010822"/>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66554863"/>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95723589"/>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10123896"/>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
              </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96313156"/>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
              </a:t>
            </a:r>
            <a:endParaRPr lang="en-US" dirty="0"/>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3CBC1C18-307B-4F68-A007-B5B542270E8D}" type="datetimeFigureOut">
              <a:rPr lang="en-US" smtClean="0"/>
              <a:t>10/12/2026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2673830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10/12/2026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Tree>
    <p:extLst>
      <p:ext uri="{BB962C8B-B14F-4D97-AF65-F5344CB8AC3E}">
        <p14:creationId xmlns:p14="http://schemas.microsoft.com/office/powerpoint/2010/main" val="33993020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10/12/2026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311287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
              </a:t>
            </a:r>
            <a:endParaRPr lang="en-US" dirty="0"/>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3CBC1C18-307B-4F68-A007-B5B542270E8D}" type="datetimeFigureOut">
              <a:rPr lang="en-US" smtClean="0"/>
              <a:t>10/12/2026</a:t>
            </a:fld>
            <a:endParaRPr lang="en-US" dirty="0"/>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6D22F896-40B5-4ADD-8801-0D06FADFA095}" type="slidenum">
              <a:rPr lang="en-US" smtClean="0"/>
              <a:pPr/>
              <a:t>‹#›</a:t>
            </a:fld>
            <a:endParaRPr lang="en-US" dirty="0"/>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46125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hf sldNum="0"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9.xml"/><Relationship Id="rId5" Type="http://schemas.openxmlformats.org/officeDocument/2006/relationships/image" Target="../media/image9.pn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8CE79-E41D-A656-0140-18FB8A703544}"/>
              </a:ext>
            </a:extLst>
          </p:cNvPr>
          <p:cNvSpPr>
            <a:spLocks noGrp="1"/>
          </p:cNvSpPr>
          <p:nvPr>
            <p:ph type="ctrTitle" idx="4294967295"/>
          </p:nvPr>
        </p:nvSpPr>
        <p:spPr>
          <a:xfrm>
            <a:off x="1526796" y="1358710"/>
            <a:ext cx="9823509" cy="1921385"/>
          </a:xfrm>
        </p:spPr>
        <p:txBody>
          <a:bodyPr>
            <a:normAutofit fontScale="90000"/>
          </a:bodyPr>
          <a:lstStyle/>
          <a:p>
            <a:r>
              <a:rPr lang="en-IN" sz="6000" b="1" dirty="0"/>
              <a:t>HashPlag Detect SYSTEM</a:t>
            </a:r>
            <a:br>
              <a:rPr lang="en-IN" dirty="0"/>
            </a:br>
            <a:endParaRPr lang="en-IN" dirty="0"/>
          </a:p>
        </p:txBody>
      </p:sp>
      <p:sp>
        <p:nvSpPr>
          <p:cNvPr id="3" name="Subtitle 2">
            <a:extLst>
              <a:ext uri="{FF2B5EF4-FFF2-40B4-BE49-F238E27FC236}">
                <a16:creationId xmlns:a16="http://schemas.microsoft.com/office/drawing/2014/main" id="{A3723939-7B60-C729-03CA-4B4D5825D7EA}"/>
              </a:ext>
            </a:extLst>
          </p:cNvPr>
          <p:cNvSpPr>
            <a:spLocks noGrp="1"/>
          </p:cNvSpPr>
          <p:nvPr>
            <p:ph type="subTitle" idx="4294967295"/>
          </p:nvPr>
        </p:nvSpPr>
        <p:spPr>
          <a:xfrm>
            <a:off x="9459459" y="4426177"/>
            <a:ext cx="6030912" cy="2750229"/>
          </a:xfrm>
        </p:spPr>
        <p:txBody>
          <a:bodyPr>
            <a:normAutofit/>
          </a:bodyPr>
          <a:lstStyle/>
          <a:p>
            <a:pPr algn="l"/>
            <a:r>
              <a:rPr lang="en-IN" sz="2000" b="1" dirty="0"/>
              <a:t>Section</a:t>
            </a:r>
            <a:r>
              <a:rPr lang="en-IN" sz="2000" dirty="0"/>
              <a:t> : 03</a:t>
            </a:r>
          </a:p>
          <a:p>
            <a:pPr algn="l"/>
            <a:r>
              <a:rPr lang="en-IN" sz="2000" b="1" dirty="0"/>
              <a:t>Team No </a:t>
            </a:r>
            <a:r>
              <a:rPr lang="en-IN" sz="2000" dirty="0"/>
              <a:t>: 03</a:t>
            </a:r>
          </a:p>
          <a:p>
            <a:pPr algn="l"/>
            <a:r>
              <a:rPr lang="en-IN" sz="2000" b="1" dirty="0"/>
              <a:t>Team Members:</a:t>
            </a:r>
          </a:p>
          <a:p>
            <a:r>
              <a:rPr lang="en-IN" sz="2000" dirty="0"/>
              <a:t>Teja Sri – 2520030139                           </a:t>
            </a:r>
          </a:p>
          <a:p>
            <a:pPr algn="l"/>
            <a:r>
              <a:rPr lang="en-IN" sz="2000" dirty="0"/>
              <a:t>Soumya – 2520030304</a:t>
            </a:r>
            <a:endParaRPr lang="en-IN" sz="1050" dirty="0"/>
          </a:p>
        </p:txBody>
      </p:sp>
      <p:sp>
        <p:nvSpPr>
          <p:cNvPr id="4" name="Subtitle 2">
            <a:extLst>
              <a:ext uri="{FF2B5EF4-FFF2-40B4-BE49-F238E27FC236}">
                <a16:creationId xmlns:a16="http://schemas.microsoft.com/office/drawing/2014/main" id="{5AFB3CF2-2797-25CB-536B-66B7076EC3DA}"/>
              </a:ext>
            </a:extLst>
          </p:cNvPr>
          <p:cNvSpPr txBox="1">
            <a:spLocks/>
          </p:cNvSpPr>
          <p:nvPr/>
        </p:nvSpPr>
        <p:spPr>
          <a:xfrm>
            <a:off x="4631871" y="2427667"/>
            <a:ext cx="7560129" cy="1199580"/>
          </a:xfrm>
          <a:prstGeom prst="rect">
            <a:avLst/>
          </a:prstGeom>
        </p:spPr>
        <p:txBody>
          <a:bodyPr vert="horz" lIns="91440" tIns="0" rIns="91440" bIns="45720" rtlCol="0" anchor="b">
            <a:normAutofit/>
          </a:bodyPr>
          <a:lstStyle>
            <a:lvl1pPr marL="0" indent="0" algn="r" defTabSz="914400" rtl="0" eaLnBrk="1" latinLnBrk="0" hangingPunct="1">
              <a:lnSpc>
                <a:spcPct val="110000"/>
              </a:lnSpc>
              <a:spcBef>
                <a:spcPts val="1000"/>
              </a:spcBef>
              <a:buSzPct val="80000"/>
              <a:buFont typeface="Arial" panose="020B0604020202020204" pitchFamily="34" charset="0"/>
              <a:buNone/>
              <a:defRPr sz="1800" b="0" kern="1200">
                <a:solidFill>
                  <a:schemeClr val="tx1"/>
                </a:solidFill>
                <a:latin typeface="+mn-lt"/>
                <a:ea typeface="+mn-ea"/>
                <a:cs typeface="+mn-cs"/>
              </a:defRPr>
            </a:lvl1pPr>
            <a:lvl2pPr marL="457200" indent="0" algn="ctr" defTabSz="914400" rtl="0" eaLnBrk="1" latinLnBrk="0" hangingPunct="1">
              <a:lnSpc>
                <a:spcPct val="110000"/>
              </a:lnSpc>
              <a:spcBef>
                <a:spcPts val="500"/>
              </a:spcBef>
              <a:buSzPct val="80000"/>
              <a:buFont typeface="Goudy Old Style" panose="02020502050305020303" pitchFamily="18" charset="0"/>
              <a:buNone/>
              <a:defRPr sz="1800" i="1" kern="1200">
                <a:solidFill>
                  <a:schemeClr val="tx1"/>
                </a:solidFill>
                <a:latin typeface="+mn-lt"/>
                <a:ea typeface="+mn-ea"/>
                <a:cs typeface="+mn-cs"/>
              </a:defRPr>
            </a:lvl2pPr>
            <a:lvl3pPr marL="914400" indent="0" algn="ctr" defTabSz="914400" rtl="0" eaLnBrk="1" latinLnBrk="0" hangingPunct="1">
              <a:lnSpc>
                <a:spcPct val="110000"/>
              </a:lnSpc>
              <a:spcBef>
                <a:spcPts val="500"/>
              </a:spcBef>
              <a:buSzPct val="80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SzPct val="80000"/>
              <a:buFont typeface="Goudy Old Style" panose="02020502050305020303" pitchFamily="18" charset="0"/>
              <a:buNone/>
              <a:defRPr sz="1600" i="1" kern="1200">
                <a:solidFill>
                  <a:schemeClr val="tx1"/>
                </a:solidFill>
                <a:latin typeface="+mn-lt"/>
                <a:ea typeface="+mn-ea"/>
                <a:cs typeface="+mn-cs"/>
              </a:defRPr>
            </a:lvl4pPr>
            <a:lvl5pPr marL="1828800" indent="0" algn="ctr" defTabSz="914400" rtl="0" eaLnBrk="1" latinLnBrk="0" hangingPunct="1">
              <a:lnSpc>
                <a:spcPct val="110000"/>
              </a:lnSpc>
              <a:spcBef>
                <a:spcPts val="500"/>
              </a:spcBef>
              <a:buSzPct val="80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t>  </a:t>
            </a:r>
            <a:r>
              <a:rPr lang="en-IN" sz="2400" dirty="0"/>
              <a:t>using - Rolling Hash Algorithm (Polynomial Rolling Hash)</a:t>
            </a:r>
            <a:endParaRPr lang="en-IN" sz="2000" dirty="0"/>
          </a:p>
        </p:txBody>
      </p:sp>
      <p:pic>
        <p:nvPicPr>
          <p:cNvPr id="8" name="Picture 7">
            <a:extLst>
              <a:ext uri="{FF2B5EF4-FFF2-40B4-BE49-F238E27FC236}">
                <a16:creationId xmlns:a16="http://schemas.microsoft.com/office/drawing/2014/main" id="{EA57EB52-D034-0450-B7A3-E426293CE616}"/>
              </a:ext>
            </a:extLst>
          </p:cNvPr>
          <p:cNvPicPr>
            <a:picLocks noChangeAspect="1"/>
          </p:cNvPicPr>
          <p:nvPr/>
        </p:nvPicPr>
        <p:blipFill>
          <a:blip r:embed="rId2"/>
          <a:stretch>
            <a:fillRect/>
          </a:stretch>
        </p:blipFill>
        <p:spPr>
          <a:xfrm>
            <a:off x="0" y="0"/>
            <a:ext cx="1464538" cy="606016"/>
          </a:xfrm>
          <a:prstGeom prst="rect">
            <a:avLst/>
          </a:prstGeom>
        </p:spPr>
      </p:pic>
    </p:spTree>
    <p:extLst>
      <p:ext uri="{BB962C8B-B14F-4D97-AF65-F5344CB8AC3E}">
        <p14:creationId xmlns:p14="http://schemas.microsoft.com/office/powerpoint/2010/main" val="2322485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2BDF4-B09A-03AF-D1C4-FBEA257099E3}"/>
              </a:ext>
            </a:extLst>
          </p:cNvPr>
          <p:cNvSpPr>
            <a:spLocks noGrp="1"/>
          </p:cNvSpPr>
          <p:nvPr>
            <p:ph type="title"/>
          </p:nvPr>
        </p:nvSpPr>
        <p:spPr>
          <a:xfrm>
            <a:off x="1910459" y="974887"/>
            <a:ext cx="7958331" cy="1077229"/>
          </a:xfrm>
        </p:spPr>
        <p:txBody>
          <a:bodyPr>
            <a:normAutofit fontScale="90000"/>
          </a:bodyPr>
          <a:lstStyle/>
          <a:p>
            <a:pPr algn="ctr"/>
            <a:r>
              <a:rPr lang="en-IN" b="1" dirty="0"/>
              <a:t>Abstract</a:t>
            </a:r>
            <a:br>
              <a:rPr lang="en-IN" b="1" dirty="0"/>
            </a:br>
            <a:r>
              <a:rPr lang="en-IN" dirty="0"/>
              <a:t>  </a:t>
            </a:r>
          </a:p>
        </p:txBody>
      </p:sp>
      <p:sp>
        <p:nvSpPr>
          <p:cNvPr id="4" name="Content Placeholder 3">
            <a:extLst>
              <a:ext uri="{FF2B5EF4-FFF2-40B4-BE49-F238E27FC236}">
                <a16:creationId xmlns:a16="http://schemas.microsoft.com/office/drawing/2014/main" id="{BA6C5C76-A111-5350-8ED7-E459FC85A01F}"/>
              </a:ext>
            </a:extLst>
          </p:cNvPr>
          <p:cNvSpPr>
            <a:spLocks noGrp="1"/>
          </p:cNvSpPr>
          <p:nvPr>
            <p:ph idx="1"/>
          </p:nvPr>
        </p:nvSpPr>
        <p:spPr>
          <a:xfrm>
            <a:off x="563336" y="1899716"/>
            <a:ext cx="10714263" cy="4794998"/>
          </a:xfrm>
        </p:spPr>
        <p:txBody>
          <a:bodyPr>
            <a:normAutofit/>
          </a:bodyPr>
          <a:lstStyle/>
          <a:p>
            <a:r>
              <a:rPr lang="en-IN" dirty="0"/>
              <a:t>	</a:t>
            </a:r>
            <a:r>
              <a:rPr lang="en-IN" sz="2200" dirty="0"/>
              <a:t>This project is about plagiarism detection system that checks whether two or more documents contain the same text as the other . First the system takes multiple documents as an input then it divides the text into small sections then for each sections the system will create a hash value using the polynomial rolling hash algorithm. Then it compares the hash value of a sections in the first document and then it compares that with the other documents if the hash values matches the system checks the actual text to make sure that the text is really copied or same as the other document . This helps handle the hash collisions. Then the system also calculates the similarity percentage between the documents and then returns the match percentage between the two documents and it also highlights the text or copied passages so it would be efficient for the user to see which parts are similar</a:t>
            </a:r>
          </a:p>
        </p:txBody>
      </p:sp>
      <p:pic>
        <p:nvPicPr>
          <p:cNvPr id="15" name="Picture 14">
            <a:extLst>
              <a:ext uri="{FF2B5EF4-FFF2-40B4-BE49-F238E27FC236}">
                <a16:creationId xmlns:a16="http://schemas.microsoft.com/office/drawing/2014/main" id="{2E686535-8DBF-17CF-CDAD-950ED62C81B7}"/>
              </a:ext>
            </a:extLst>
          </p:cNvPr>
          <p:cNvPicPr>
            <a:picLocks noChangeAspect="1"/>
          </p:cNvPicPr>
          <p:nvPr/>
        </p:nvPicPr>
        <p:blipFill>
          <a:blip r:embed="rId2"/>
          <a:stretch>
            <a:fillRect/>
          </a:stretch>
        </p:blipFill>
        <p:spPr>
          <a:xfrm>
            <a:off x="0" y="0"/>
            <a:ext cx="1464538" cy="606016"/>
          </a:xfrm>
          <a:prstGeom prst="rect">
            <a:avLst/>
          </a:prstGeom>
        </p:spPr>
      </p:pic>
    </p:spTree>
    <p:extLst>
      <p:ext uri="{BB962C8B-B14F-4D97-AF65-F5344CB8AC3E}">
        <p14:creationId xmlns:p14="http://schemas.microsoft.com/office/powerpoint/2010/main" val="1126696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AAF6A-56A2-44EE-FC5B-DC9DA2E1A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3EA337-22E9-B8A2-C9FA-DBEA18B1491D}"/>
              </a:ext>
            </a:extLst>
          </p:cNvPr>
          <p:cNvSpPr>
            <a:spLocks noGrp="1"/>
          </p:cNvSpPr>
          <p:nvPr>
            <p:ph type="title"/>
          </p:nvPr>
        </p:nvSpPr>
        <p:spPr>
          <a:xfrm>
            <a:off x="1989080" y="520863"/>
            <a:ext cx="7958331" cy="1077229"/>
          </a:xfrm>
        </p:spPr>
        <p:txBody>
          <a:bodyPr/>
          <a:lstStyle/>
          <a:p>
            <a:pPr algn="ctr"/>
            <a:r>
              <a:rPr lang="en-IN" b="1" dirty="0"/>
              <a:t>Problem Statement </a:t>
            </a:r>
          </a:p>
        </p:txBody>
      </p:sp>
      <p:sp>
        <p:nvSpPr>
          <p:cNvPr id="4" name="Content Placeholder 3">
            <a:extLst>
              <a:ext uri="{FF2B5EF4-FFF2-40B4-BE49-F238E27FC236}">
                <a16:creationId xmlns:a16="http://schemas.microsoft.com/office/drawing/2014/main" id="{E04A410F-5569-C641-6208-321B1A90956A}"/>
              </a:ext>
            </a:extLst>
          </p:cNvPr>
          <p:cNvSpPr>
            <a:spLocks noGrp="1"/>
          </p:cNvSpPr>
          <p:nvPr>
            <p:ph idx="1"/>
          </p:nvPr>
        </p:nvSpPr>
        <p:spPr>
          <a:xfrm>
            <a:off x="838199" y="2061469"/>
            <a:ext cx="11008179" cy="4275668"/>
          </a:xfrm>
        </p:spPr>
        <p:txBody>
          <a:bodyPr>
            <a:normAutofit/>
          </a:bodyPr>
          <a:lstStyle/>
          <a:p>
            <a:pPr marL="0" indent="0">
              <a:buNone/>
            </a:pPr>
            <a:r>
              <a:rPr lang="en-IN" sz="2200" dirty="0"/>
              <a:t>Plagiarism detection becomes difficult and time-consuming when multiple documents contain large amounts of text. Manually comparing documents to identify copied passages is inefficient and may miss small duplicated sections. Therefore, a system is required to automatically compare multiple documents, detect matching text segments efficiently, calculate similarity percentages, and clearly highlight duplicated content.</a:t>
            </a:r>
          </a:p>
          <a:p>
            <a:endParaRPr lang="en-IN" dirty="0"/>
          </a:p>
        </p:txBody>
      </p:sp>
      <p:pic>
        <p:nvPicPr>
          <p:cNvPr id="5" name="Picture 4">
            <a:extLst>
              <a:ext uri="{FF2B5EF4-FFF2-40B4-BE49-F238E27FC236}">
                <a16:creationId xmlns:a16="http://schemas.microsoft.com/office/drawing/2014/main" id="{7E85129E-65EB-08D1-DEBA-99848BA5DCEA}"/>
              </a:ext>
            </a:extLst>
          </p:cNvPr>
          <p:cNvPicPr>
            <a:picLocks noChangeAspect="1"/>
          </p:cNvPicPr>
          <p:nvPr/>
        </p:nvPicPr>
        <p:blipFill>
          <a:blip r:embed="rId3"/>
          <a:stretch>
            <a:fillRect/>
          </a:stretch>
        </p:blipFill>
        <p:spPr>
          <a:xfrm>
            <a:off x="-68371" y="0"/>
            <a:ext cx="1464538" cy="606016"/>
          </a:xfrm>
          <a:prstGeom prst="rect">
            <a:avLst/>
          </a:prstGeom>
        </p:spPr>
      </p:pic>
      <p:pic>
        <p:nvPicPr>
          <p:cNvPr id="7" name="Picture 6">
            <a:extLst>
              <a:ext uri="{FF2B5EF4-FFF2-40B4-BE49-F238E27FC236}">
                <a16:creationId xmlns:a16="http://schemas.microsoft.com/office/drawing/2014/main" id="{DADF2704-B5E1-694F-0351-3539E73D0613}"/>
              </a:ext>
            </a:extLst>
          </p:cNvPr>
          <p:cNvPicPr>
            <a:picLocks noChangeAspect="1"/>
          </p:cNvPicPr>
          <p:nvPr/>
        </p:nvPicPr>
        <p:blipFill>
          <a:blip r:embed="rId3"/>
          <a:stretch>
            <a:fillRect/>
          </a:stretch>
        </p:blipFill>
        <p:spPr>
          <a:xfrm>
            <a:off x="0" y="0"/>
            <a:ext cx="1464538" cy="606016"/>
          </a:xfrm>
          <a:prstGeom prst="rect">
            <a:avLst/>
          </a:prstGeom>
        </p:spPr>
      </p:pic>
    </p:spTree>
    <p:extLst>
      <p:ext uri="{BB962C8B-B14F-4D97-AF65-F5344CB8AC3E}">
        <p14:creationId xmlns:p14="http://schemas.microsoft.com/office/powerpoint/2010/main" val="2373719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64527-768C-03F9-9B5F-CDA3A99F9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54ADB5-841B-E517-0006-C3347604C42A}"/>
              </a:ext>
            </a:extLst>
          </p:cNvPr>
          <p:cNvSpPr>
            <a:spLocks noGrp="1"/>
          </p:cNvSpPr>
          <p:nvPr>
            <p:ph type="title"/>
          </p:nvPr>
        </p:nvSpPr>
        <p:spPr>
          <a:xfrm>
            <a:off x="2116667" y="961665"/>
            <a:ext cx="7958331" cy="1077229"/>
          </a:xfrm>
        </p:spPr>
        <p:txBody>
          <a:bodyPr>
            <a:normAutofit fontScale="90000"/>
          </a:bodyPr>
          <a:lstStyle/>
          <a:p>
            <a:pPr algn="ctr"/>
            <a:r>
              <a:rPr lang="en-IN" b="1" dirty="0"/>
              <a:t>Proposed Functionalities</a:t>
            </a:r>
            <a:br>
              <a:rPr lang="en-IN" b="1" dirty="0"/>
            </a:br>
            <a:endParaRPr lang="en-IN" dirty="0"/>
          </a:p>
        </p:txBody>
      </p:sp>
      <p:sp>
        <p:nvSpPr>
          <p:cNvPr id="4" name="Content Placeholder 3">
            <a:extLst>
              <a:ext uri="{FF2B5EF4-FFF2-40B4-BE49-F238E27FC236}">
                <a16:creationId xmlns:a16="http://schemas.microsoft.com/office/drawing/2014/main" id="{A18241D1-C009-DC33-CA8B-538D9A2820F6}"/>
              </a:ext>
            </a:extLst>
          </p:cNvPr>
          <p:cNvSpPr>
            <a:spLocks noGrp="1"/>
          </p:cNvSpPr>
          <p:nvPr>
            <p:ph idx="1"/>
          </p:nvPr>
        </p:nvSpPr>
        <p:spPr>
          <a:xfrm>
            <a:off x="841248" y="1810513"/>
            <a:ext cx="11494685" cy="5250688"/>
          </a:xfrm>
        </p:spPr>
        <p:txBody>
          <a:bodyPr>
            <a:normAutofit/>
          </a:bodyPr>
          <a:lstStyle/>
          <a:p>
            <a:pPr marL="285750" lvl="0" indent="-285750">
              <a:buFont typeface="Arial" panose="020B0604020202020204" pitchFamily="34" charset="0"/>
              <a:buChar char="•"/>
            </a:pPr>
            <a:r>
              <a:rPr lang="en-IN" sz="2000" b="1" dirty="0"/>
              <a:t>Multiple Document Upload</a:t>
            </a:r>
            <a:br>
              <a:rPr lang="en-IN" sz="2000" dirty="0"/>
            </a:br>
            <a:r>
              <a:rPr lang="en-IN" sz="2000" dirty="0"/>
              <a:t>Allow users to upload two or more documents for comparison. </a:t>
            </a:r>
          </a:p>
          <a:p>
            <a:pPr marL="285750" lvl="0" indent="-285750">
              <a:buFont typeface="Arial" panose="020B0604020202020204" pitchFamily="34" charset="0"/>
              <a:buChar char="•"/>
            </a:pPr>
            <a:r>
              <a:rPr lang="en-IN" sz="2000" b="1" dirty="0"/>
              <a:t>Text Preprocessing</a:t>
            </a:r>
            <a:br>
              <a:rPr lang="en-IN" sz="2000" dirty="0"/>
            </a:br>
            <a:r>
              <a:rPr lang="en-IN" sz="2000" dirty="0"/>
              <a:t>Remove unnecessary spaces, special characters, and formatting to make comparison easier. </a:t>
            </a:r>
          </a:p>
          <a:p>
            <a:pPr marL="285750" lvl="0" indent="-285750">
              <a:buFont typeface="Arial" panose="020B0604020202020204" pitchFamily="34" charset="0"/>
              <a:buChar char="•"/>
            </a:pPr>
            <a:r>
              <a:rPr lang="en-IN" sz="2000" b="1" dirty="0"/>
              <a:t>Text Segmentation</a:t>
            </a:r>
            <a:br>
              <a:rPr lang="en-IN" sz="2000" dirty="0"/>
            </a:br>
            <a:r>
              <a:rPr lang="en-IN" sz="2000" dirty="0"/>
              <a:t>Divide the documents into smaller text sections for efficient comparison. </a:t>
            </a:r>
          </a:p>
          <a:p>
            <a:pPr marL="285750" lvl="0" indent="-285750">
              <a:buFont typeface="Arial" panose="020B0604020202020204" pitchFamily="34" charset="0"/>
              <a:buChar char="•"/>
            </a:pPr>
            <a:r>
              <a:rPr lang="en-IN" sz="2000" b="1" dirty="0"/>
              <a:t>Polynomial Rolling Hash</a:t>
            </a:r>
            <a:br>
              <a:rPr lang="en-IN" sz="2000" dirty="0"/>
            </a:br>
            <a:r>
              <a:rPr lang="en-IN" sz="2000" dirty="0"/>
              <a:t>Generate hash values for each text section. </a:t>
            </a:r>
          </a:p>
          <a:p>
            <a:pPr marL="285750" lvl="0" indent="-285750">
              <a:buFont typeface="Arial" panose="020B0604020202020204" pitchFamily="34" charset="0"/>
              <a:buChar char="•"/>
            </a:pPr>
            <a:r>
              <a:rPr lang="en-IN" sz="2000" b="1" dirty="0"/>
              <a:t>Rabin-Karp Algorithm</a:t>
            </a:r>
            <a:br>
              <a:rPr lang="en-IN" sz="2000" dirty="0"/>
            </a:br>
            <a:r>
              <a:rPr lang="en-IN" sz="2000" dirty="0"/>
              <a:t>Compare the hash values efficiently to find possible matching passages. </a:t>
            </a:r>
          </a:p>
          <a:p>
            <a:endParaRPr lang="en-IN" dirty="0"/>
          </a:p>
        </p:txBody>
      </p:sp>
      <p:pic>
        <p:nvPicPr>
          <p:cNvPr id="7" name="Picture 6">
            <a:extLst>
              <a:ext uri="{FF2B5EF4-FFF2-40B4-BE49-F238E27FC236}">
                <a16:creationId xmlns:a16="http://schemas.microsoft.com/office/drawing/2014/main" id="{C03B73DC-6385-47E5-A52B-65194037E2CB}"/>
              </a:ext>
            </a:extLst>
          </p:cNvPr>
          <p:cNvPicPr>
            <a:picLocks noChangeAspect="1"/>
          </p:cNvPicPr>
          <p:nvPr/>
        </p:nvPicPr>
        <p:blipFill>
          <a:blip r:embed="rId3"/>
          <a:stretch>
            <a:fillRect/>
          </a:stretch>
        </p:blipFill>
        <p:spPr>
          <a:xfrm>
            <a:off x="0" y="0"/>
            <a:ext cx="1464538" cy="606016"/>
          </a:xfrm>
          <a:prstGeom prst="rect">
            <a:avLst/>
          </a:prstGeom>
        </p:spPr>
      </p:pic>
    </p:spTree>
    <p:extLst>
      <p:ext uri="{BB962C8B-B14F-4D97-AF65-F5344CB8AC3E}">
        <p14:creationId xmlns:p14="http://schemas.microsoft.com/office/powerpoint/2010/main" val="703050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8DBEF-D362-D595-4F14-871C21127AF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96227A9-134A-33CE-E1AA-A633847DF4CE}"/>
              </a:ext>
            </a:extLst>
          </p:cNvPr>
          <p:cNvSpPr>
            <a:spLocks noGrp="1"/>
          </p:cNvSpPr>
          <p:nvPr>
            <p:ph idx="1"/>
          </p:nvPr>
        </p:nvSpPr>
        <p:spPr>
          <a:xfrm>
            <a:off x="841248" y="1810513"/>
            <a:ext cx="11494685" cy="5250688"/>
          </a:xfrm>
        </p:spPr>
        <p:txBody>
          <a:bodyPr>
            <a:normAutofit/>
          </a:bodyPr>
          <a:lstStyle/>
          <a:p>
            <a:pPr marL="285750" lvl="0" indent="-285750">
              <a:buFont typeface="Arial" panose="020B0604020202020204" pitchFamily="34" charset="0"/>
              <a:buChar char="•"/>
            </a:pPr>
            <a:r>
              <a:rPr lang="en-IN" sz="2000" b="1" dirty="0"/>
              <a:t>Hash Collision Handling</a:t>
            </a:r>
            <a:br>
              <a:rPr lang="en-IN" sz="2000" dirty="0"/>
            </a:br>
            <a:r>
              <a:rPr lang="en-IN" sz="2000" dirty="0"/>
              <a:t>Compare the actual text whenever hash values match to confirm that the passages are truly identical. </a:t>
            </a:r>
          </a:p>
          <a:p>
            <a:pPr marL="285750" lvl="0" indent="-285750">
              <a:buFont typeface="Arial" panose="020B0604020202020204" pitchFamily="34" charset="0"/>
              <a:buChar char="•"/>
            </a:pPr>
            <a:r>
              <a:rPr lang="en-IN" sz="2000" b="1" dirty="0"/>
              <a:t>Plagiarism Detection</a:t>
            </a:r>
            <a:br>
              <a:rPr lang="en-IN" sz="2000" dirty="0"/>
            </a:br>
            <a:r>
              <a:rPr lang="en-IN" sz="2000" dirty="0"/>
              <a:t>Identify copied or matching passages between the documents. </a:t>
            </a:r>
          </a:p>
          <a:p>
            <a:pPr marL="285750" lvl="0" indent="-285750">
              <a:buFont typeface="Arial" panose="020B0604020202020204" pitchFamily="34" charset="0"/>
              <a:buChar char="•"/>
            </a:pPr>
            <a:r>
              <a:rPr lang="en-IN" sz="2000" b="1" dirty="0"/>
              <a:t>Similarity Percentage</a:t>
            </a:r>
            <a:br>
              <a:rPr lang="en-IN" sz="2000" dirty="0"/>
            </a:br>
            <a:r>
              <a:rPr lang="en-IN" sz="2000" dirty="0"/>
              <a:t>Calculate and display the percentage of similar content between documents. </a:t>
            </a:r>
          </a:p>
          <a:p>
            <a:pPr marL="285750" lvl="0" indent="-285750">
              <a:buFont typeface="Arial" panose="020B0604020202020204" pitchFamily="34" charset="0"/>
              <a:buChar char="•"/>
            </a:pPr>
            <a:r>
              <a:rPr lang="en-IN" sz="2000" b="1" dirty="0"/>
              <a:t>Duplicate Text Highlighting</a:t>
            </a:r>
            <a:br>
              <a:rPr lang="en-IN" sz="2000" dirty="0"/>
            </a:br>
            <a:r>
              <a:rPr lang="en-IN" sz="2000" dirty="0"/>
              <a:t>Highlight the copied passages so users can easily identify them. </a:t>
            </a:r>
          </a:p>
          <a:p>
            <a:pPr marL="285750" lvl="0" indent="-285750">
              <a:buFont typeface="Arial" panose="020B0604020202020204" pitchFamily="34" charset="0"/>
              <a:buChar char="•"/>
            </a:pPr>
            <a:r>
              <a:rPr lang="en-IN" sz="2000" b="1" dirty="0"/>
              <a:t>Comparison Report</a:t>
            </a:r>
            <a:br>
              <a:rPr lang="en-IN" sz="2000" dirty="0"/>
            </a:br>
            <a:r>
              <a:rPr lang="en-IN" sz="2000" dirty="0"/>
              <a:t>Display the document names, matching passages, and overall similarity percentage.</a:t>
            </a:r>
          </a:p>
          <a:p>
            <a:endParaRPr lang="en-IN" b="1" dirty="0"/>
          </a:p>
        </p:txBody>
      </p:sp>
      <p:pic>
        <p:nvPicPr>
          <p:cNvPr id="3" name="Picture 2">
            <a:extLst>
              <a:ext uri="{FF2B5EF4-FFF2-40B4-BE49-F238E27FC236}">
                <a16:creationId xmlns:a16="http://schemas.microsoft.com/office/drawing/2014/main" id="{202149C4-A122-3AFA-EC9C-9FCCD4F1FB51}"/>
              </a:ext>
            </a:extLst>
          </p:cNvPr>
          <p:cNvPicPr>
            <a:picLocks noChangeAspect="1"/>
          </p:cNvPicPr>
          <p:nvPr/>
        </p:nvPicPr>
        <p:blipFill>
          <a:blip r:embed="rId3"/>
          <a:stretch>
            <a:fillRect/>
          </a:stretch>
        </p:blipFill>
        <p:spPr>
          <a:xfrm>
            <a:off x="0" y="0"/>
            <a:ext cx="1464538" cy="606016"/>
          </a:xfrm>
          <a:prstGeom prst="rect">
            <a:avLst/>
          </a:prstGeom>
        </p:spPr>
      </p:pic>
    </p:spTree>
    <p:extLst>
      <p:ext uri="{BB962C8B-B14F-4D97-AF65-F5344CB8AC3E}">
        <p14:creationId xmlns:p14="http://schemas.microsoft.com/office/powerpoint/2010/main" val="3088253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ECD52-9E45-EA8E-E620-36FB22C44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AE53F-BDAC-A8B4-E61A-0FA76A7A8A09}"/>
              </a:ext>
            </a:extLst>
          </p:cNvPr>
          <p:cNvSpPr>
            <a:spLocks noGrp="1"/>
          </p:cNvSpPr>
          <p:nvPr>
            <p:ph type="title"/>
          </p:nvPr>
        </p:nvSpPr>
        <p:spPr>
          <a:xfrm>
            <a:off x="2116834" y="1723665"/>
            <a:ext cx="7958331" cy="1077229"/>
          </a:xfrm>
        </p:spPr>
        <p:txBody>
          <a:bodyPr>
            <a:normAutofit fontScale="90000"/>
          </a:bodyPr>
          <a:lstStyle/>
          <a:p>
            <a:pPr algn="ctr"/>
            <a:r>
              <a:rPr lang="en-IN" b="1" dirty="0"/>
              <a:t>Tools and Technologies</a:t>
            </a:r>
            <a:br>
              <a:rPr lang="en-IN" b="1" dirty="0"/>
            </a:br>
            <a:br>
              <a:rPr lang="en-IN" b="1" dirty="0"/>
            </a:br>
            <a:endParaRPr lang="en-IN" dirty="0"/>
          </a:p>
        </p:txBody>
      </p:sp>
      <p:sp>
        <p:nvSpPr>
          <p:cNvPr id="4" name="Content Placeholder 3">
            <a:extLst>
              <a:ext uri="{FF2B5EF4-FFF2-40B4-BE49-F238E27FC236}">
                <a16:creationId xmlns:a16="http://schemas.microsoft.com/office/drawing/2014/main" id="{07D35F08-0AAA-55E7-6AAF-BF8C6DF42BD9}"/>
              </a:ext>
            </a:extLst>
          </p:cNvPr>
          <p:cNvSpPr>
            <a:spLocks noGrp="1"/>
          </p:cNvSpPr>
          <p:nvPr>
            <p:ph idx="1"/>
          </p:nvPr>
        </p:nvSpPr>
        <p:spPr>
          <a:xfrm>
            <a:off x="1396094" y="1918608"/>
            <a:ext cx="10643506" cy="5172306"/>
          </a:xfrm>
        </p:spPr>
        <p:txBody>
          <a:bodyPr>
            <a:normAutofit/>
          </a:bodyPr>
          <a:lstStyle/>
          <a:p>
            <a:pPr marL="342900" lvl="0" indent="-342900">
              <a:buFont typeface="Arial" panose="020B0604020202020204" pitchFamily="34" charset="0"/>
              <a:buChar char="•"/>
            </a:pPr>
            <a:r>
              <a:rPr lang="en-IN" sz="2000" b="1" dirty="0"/>
              <a:t>Programming Language:</a:t>
            </a:r>
            <a:r>
              <a:rPr lang="en-IN" sz="2000" dirty="0"/>
              <a:t> Java</a:t>
            </a:r>
          </a:p>
          <a:p>
            <a:pPr marL="342900" lvl="0" indent="-342900">
              <a:buFont typeface="Arial" panose="020B0604020202020204" pitchFamily="34" charset="0"/>
              <a:buChar char="•"/>
            </a:pPr>
            <a:r>
              <a:rPr lang="en-IN" sz="2000" b="1" dirty="0"/>
              <a:t>Algorithms:</a:t>
            </a:r>
            <a:r>
              <a:rPr lang="en-IN" sz="2000" dirty="0"/>
              <a:t> Rolling Hash, Polynomial Hashing, String Matching</a:t>
            </a:r>
          </a:p>
          <a:p>
            <a:pPr marL="342900" lvl="0" indent="-342900">
              <a:buFont typeface="Arial" panose="020B0604020202020204" pitchFamily="34" charset="0"/>
              <a:buChar char="•"/>
            </a:pPr>
            <a:r>
              <a:rPr lang="en-IN" sz="2000" b="1" dirty="0"/>
              <a:t>Data Structures:</a:t>
            </a:r>
            <a:r>
              <a:rPr lang="en-IN" sz="2000" dirty="0"/>
              <a:t> Hash Tables, Arrays, Strings</a:t>
            </a:r>
          </a:p>
          <a:p>
            <a:pPr marL="342900" lvl="0" indent="-342900">
              <a:buFont typeface="Arial" panose="020B0604020202020204" pitchFamily="34" charset="0"/>
              <a:buChar char="•"/>
            </a:pPr>
            <a:r>
              <a:rPr lang="en-IN" sz="2000" b="1" dirty="0"/>
              <a:t>Development Environment:</a:t>
            </a:r>
            <a:r>
              <a:rPr lang="en-IN" sz="2000" dirty="0"/>
              <a:t> VS Code / IntelliJ IDEA</a:t>
            </a:r>
          </a:p>
          <a:p>
            <a:pPr marL="342900" lvl="0" indent="-342900">
              <a:buFont typeface="Arial" panose="020B0604020202020204" pitchFamily="34" charset="0"/>
              <a:buChar char="•"/>
            </a:pPr>
            <a:r>
              <a:rPr lang="en-IN" sz="2000" b="1" dirty="0"/>
              <a:t>Input Format:</a:t>
            </a:r>
            <a:r>
              <a:rPr lang="en-IN" sz="2000" dirty="0"/>
              <a:t> TXT and other text-based documents</a:t>
            </a:r>
          </a:p>
          <a:p>
            <a:pPr marL="342900" lvl="0" indent="-342900">
              <a:buFont typeface="Arial" panose="020B0604020202020204" pitchFamily="34" charset="0"/>
              <a:buChar char="•"/>
            </a:pPr>
            <a:r>
              <a:rPr lang="en-IN" sz="2000" b="1" dirty="0"/>
              <a:t>Visualization:</a:t>
            </a:r>
            <a:r>
              <a:rPr lang="en-IN" sz="2000" dirty="0"/>
              <a:t> HTML, CSS, JavaScript (if a web interface is implemented)</a:t>
            </a:r>
          </a:p>
          <a:p>
            <a:pPr marL="342900" lvl="0" indent="-342900">
              <a:buFont typeface="Arial" panose="020B0604020202020204" pitchFamily="34" charset="0"/>
              <a:buChar char="•"/>
            </a:pPr>
            <a:r>
              <a:rPr lang="en-IN" sz="2000" b="1" dirty="0"/>
              <a:t>Version Control:</a:t>
            </a:r>
            <a:r>
              <a:rPr lang="en-IN" sz="2000" dirty="0"/>
              <a:t> Git and GitHub</a:t>
            </a:r>
          </a:p>
          <a:p>
            <a:pPr marL="342900" lvl="0" indent="-342900">
              <a:buFont typeface="Arial" panose="020B0604020202020204" pitchFamily="34" charset="0"/>
              <a:buChar char="•"/>
            </a:pPr>
            <a:r>
              <a:rPr lang="en-IN" sz="2000" b="1" dirty="0"/>
              <a:t>Backend:</a:t>
            </a:r>
            <a:r>
              <a:rPr lang="en-IN" sz="2000" dirty="0"/>
              <a:t> Java + Spring Boot</a:t>
            </a:r>
          </a:p>
          <a:p>
            <a:pPr marL="342900" lvl="0" indent="-342900">
              <a:buFont typeface="Arial" panose="020B0604020202020204" pitchFamily="34" charset="0"/>
              <a:buChar char="•"/>
            </a:pPr>
            <a:r>
              <a:rPr lang="en-IN" sz="2000" b="1" dirty="0"/>
              <a:t>Database:</a:t>
            </a:r>
            <a:r>
              <a:rPr lang="en-IN" sz="2000" dirty="0"/>
              <a:t> MySQL </a:t>
            </a:r>
          </a:p>
        </p:txBody>
      </p:sp>
      <p:pic>
        <p:nvPicPr>
          <p:cNvPr id="5" name="Picture 4">
            <a:extLst>
              <a:ext uri="{FF2B5EF4-FFF2-40B4-BE49-F238E27FC236}">
                <a16:creationId xmlns:a16="http://schemas.microsoft.com/office/drawing/2014/main" id="{CE100A5E-DBB1-1C09-D552-034D3A02AF85}"/>
              </a:ext>
            </a:extLst>
          </p:cNvPr>
          <p:cNvPicPr>
            <a:picLocks noChangeAspect="1"/>
          </p:cNvPicPr>
          <p:nvPr/>
        </p:nvPicPr>
        <p:blipFill>
          <a:blip r:embed="rId3"/>
          <a:stretch>
            <a:fillRect/>
          </a:stretch>
        </p:blipFill>
        <p:spPr>
          <a:xfrm>
            <a:off x="0" y="0"/>
            <a:ext cx="1464538" cy="606016"/>
          </a:xfrm>
          <a:prstGeom prst="rect">
            <a:avLst/>
          </a:prstGeom>
        </p:spPr>
      </p:pic>
    </p:spTree>
    <p:extLst>
      <p:ext uri="{BB962C8B-B14F-4D97-AF65-F5344CB8AC3E}">
        <p14:creationId xmlns:p14="http://schemas.microsoft.com/office/powerpoint/2010/main" val="2247191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06C8F-CFEF-A084-FBB6-296C72BB8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4135D-C97A-3C04-F135-3D12E2E678B7}"/>
              </a:ext>
            </a:extLst>
          </p:cNvPr>
          <p:cNvSpPr>
            <a:spLocks noGrp="1"/>
          </p:cNvSpPr>
          <p:nvPr>
            <p:ph type="title"/>
          </p:nvPr>
        </p:nvSpPr>
        <p:spPr>
          <a:xfrm>
            <a:off x="2018694" y="634489"/>
            <a:ext cx="7958331" cy="1077229"/>
          </a:xfrm>
        </p:spPr>
        <p:txBody>
          <a:bodyPr>
            <a:normAutofit/>
          </a:bodyPr>
          <a:lstStyle/>
          <a:p>
            <a:pPr algn="ctr"/>
            <a:r>
              <a:rPr lang="en-IN" b="1" dirty="0"/>
              <a:t>WORKFLOW</a:t>
            </a:r>
          </a:p>
        </p:txBody>
      </p:sp>
      <p:pic>
        <p:nvPicPr>
          <p:cNvPr id="9" name="Content Placeholder 8" descr="Conquer Text in a Flash: The Rabin-Karp Algorithm Explained | by Maanya Chadalavada | Medium">
            <a:extLst>
              <a:ext uri="{FF2B5EF4-FFF2-40B4-BE49-F238E27FC236}">
                <a16:creationId xmlns:a16="http://schemas.microsoft.com/office/drawing/2014/main" id="{249B1AF0-9D1F-8A64-1CD6-7C1ECEF268C0}"/>
              </a:ext>
            </a:extLst>
          </p:cNvPr>
          <p:cNvPicPr>
            <a:picLocks noGrp="1" noChangeAspect="1"/>
          </p:cNvPicPr>
          <p:nvPr>
            <p:ph idx="1"/>
          </p:nvPr>
        </p:nvPicPr>
        <p:blipFill>
          <a:blip r:embed="rId3"/>
          <a:stretch>
            <a:fillRect/>
          </a:stretch>
        </p:blipFill>
        <p:spPr>
          <a:xfrm>
            <a:off x="193564" y="1929040"/>
            <a:ext cx="5902436" cy="4790168"/>
          </a:xfrm>
          <a:prstGeom prst="rect">
            <a:avLst/>
          </a:prstGeom>
        </p:spPr>
      </p:pic>
      <p:pic>
        <p:nvPicPr>
          <p:cNvPr id="10" name="Picture 9" descr="✨ Academic Plagiarism Detector using Rabin-Karp Algorithm | by Gadewarradhika | Medium">
            <a:extLst>
              <a:ext uri="{FF2B5EF4-FFF2-40B4-BE49-F238E27FC236}">
                <a16:creationId xmlns:a16="http://schemas.microsoft.com/office/drawing/2014/main" id="{C4EED29C-8048-5348-3890-2CC4C400E133}"/>
              </a:ext>
            </a:extLst>
          </p:cNvPr>
          <p:cNvPicPr>
            <a:picLocks noChangeAspect="1"/>
          </p:cNvPicPr>
          <p:nvPr/>
        </p:nvPicPr>
        <p:blipFill>
          <a:blip r:embed="rId4"/>
          <a:stretch>
            <a:fillRect/>
          </a:stretch>
        </p:blipFill>
        <p:spPr>
          <a:xfrm>
            <a:off x="6698043" y="3805691"/>
            <a:ext cx="4838094" cy="2717567"/>
          </a:xfrm>
          <a:prstGeom prst="rect">
            <a:avLst/>
          </a:prstGeom>
        </p:spPr>
      </p:pic>
      <p:pic>
        <p:nvPicPr>
          <p:cNvPr id="4" name="Picture 3">
            <a:extLst>
              <a:ext uri="{FF2B5EF4-FFF2-40B4-BE49-F238E27FC236}">
                <a16:creationId xmlns:a16="http://schemas.microsoft.com/office/drawing/2014/main" id="{F629E721-541F-6569-F3CB-9ED92662A88D}"/>
              </a:ext>
            </a:extLst>
          </p:cNvPr>
          <p:cNvPicPr>
            <a:picLocks noChangeAspect="1"/>
          </p:cNvPicPr>
          <p:nvPr/>
        </p:nvPicPr>
        <p:blipFill>
          <a:blip r:embed="rId5"/>
          <a:stretch>
            <a:fillRect/>
          </a:stretch>
        </p:blipFill>
        <p:spPr>
          <a:xfrm>
            <a:off x="0" y="0"/>
            <a:ext cx="1464538" cy="606016"/>
          </a:xfrm>
          <a:prstGeom prst="rect">
            <a:avLst/>
          </a:prstGeom>
        </p:spPr>
      </p:pic>
    </p:spTree>
    <p:extLst>
      <p:ext uri="{BB962C8B-B14F-4D97-AF65-F5344CB8AC3E}">
        <p14:creationId xmlns:p14="http://schemas.microsoft.com/office/powerpoint/2010/main" val="518147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DC4C6-FA94-1CE3-7AB7-37800841F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7A5D7B-ABC4-2485-A6BC-3F321962601E}"/>
              </a:ext>
            </a:extLst>
          </p:cNvPr>
          <p:cNvSpPr>
            <a:spLocks noGrp="1"/>
          </p:cNvSpPr>
          <p:nvPr>
            <p:ph type="title"/>
          </p:nvPr>
        </p:nvSpPr>
        <p:spPr>
          <a:xfrm>
            <a:off x="2018694" y="634489"/>
            <a:ext cx="7958331" cy="1077229"/>
          </a:xfrm>
        </p:spPr>
        <p:txBody>
          <a:bodyPr>
            <a:normAutofit/>
          </a:bodyPr>
          <a:lstStyle/>
          <a:p>
            <a:pPr algn="ctr"/>
            <a:r>
              <a:rPr lang="en-IN" b="1" dirty="0"/>
              <a:t>Expected Outcome</a:t>
            </a:r>
          </a:p>
        </p:txBody>
      </p:sp>
      <p:sp>
        <p:nvSpPr>
          <p:cNvPr id="4" name="Content Placeholder 3">
            <a:extLst>
              <a:ext uri="{FF2B5EF4-FFF2-40B4-BE49-F238E27FC236}">
                <a16:creationId xmlns:a16="http://schemas.microsoft.com/office/drawing/2014/main" id="{2326DF4F-052E-7BBF-9259-7E9E88F20824}"/>
              </a:ext>
            </a:extLst>
          </p:cNvPr>
          <p:cNvSpPr>
            <a:spLocks noGrp="1"/>
          </p:cNvSpPr>
          <p:nvPr>
            <p:ph idx="1"/>
          </p:nvPr>
        </p:nvSpPr>
        <p:spPr>
          <a:xfrm>
            <a:off x="334736" y="1861094"/>
            <a:ext cx="10870729" cy="5625556"/>
          </a:xfrm>
        </p:spPr>
        <p:txBody>
          <a:bodyPr>
            <a:normAutofit/>
          </a:bodyPr>
          <a:lstStyle/>
          <a:p>
            <a:r>
              <a:rPr lang="en-IN" dirty="0"/>
              <a:t>The expected outcome is a working plagiarism detection system that can efficiently compare multiple documents and identify duplicated passages using rolling hash techniques. The system will provide similarity percentages, verify matches to reduce false positives caused by hash collisions, and highlight copied sections for easy identification. The project will demonstrate how hashing and efficient string-matching techniques can be applied to solve real-world document comparison problems.</a:t>
            </a:r>
          </a:p>
          <a:p>
            <a:pPr marL="285750" lvl="0" indent="-285750">
              <a:buFont typeface="Arial" panose="020B0604020202020204" pitchFamily="34" charset="0"/>
              <a:buChar char="•"/>
            </a:pPr>
            <a:r>
              <a:rPr lang="en-IN" dirty="0"/>
              <a:t>Copied Content Detection </a:t>
            </a:r>
          </a:p>
          <a:p>
            <a:pPr marL="285750" lvl="0" indent="-285750">
              <a:buFont typeface="Arial" panose="020B0604020202020204" pitchFamily="34" charset="0"/>
              <a:buChar char="•"/>
            </a:pPr>
            <a:r>
              <a:rPr lang="en-IN" dirty="0"/>
              <a:t>Fast Document Comparison </a:t>
            </a:r>
          </a:p>
          <a:p>
            <a:pPr marL="285750" lvl="0" indent="-285750">
              <a:buFont typeface="Arial" panose="020B0604020202020204" pitchFamily="34" charset="0"/>
              <a:buChar char="•"/>
            </a:pPr>
            <a:r>
              <a:rPr lang="en-IN" dirty="0"/>
              <a:t>Accurate Matching </a:t>
            </a:r>
          </a:p>
          <a:p>
            <a:pPr marL="285750" lvl="0" indent="-285750">
              <a:buFont typeface="Arial" panose="020B0604020202020204" pitchFamily="34" charset="0"/>
              <a:buChar char="•"/>
            </a:pPr>
            <a:r>
              <a:rPr lang="en-IN" dirty="0"/>
              <a:t>Similarity Percentage </a:t>
            </a:r>
          </a:p>
          <a:p>
            <a:pPr marL="285750" lvl="0" indent="-285750">
              <a:buFont typeface="Arial" panose="020B0604020202020204" pitchFamily="34" charset="0"/>
              <a:buChar char="•"/>
            </a:pPr>
            <a:r>
              <a:rPr lang="en-IN" dirty="0"/>
              <a:t>Duplicate Passage Highlighting </a:t>
            </a:r>
          </a:p>
          <a:p>
            <a:pPr marL="285750" lvl="0" indent="-285750">
              <a:buFont typeface="Arial" panose="020B0604020202020204" pitchFamily="34" charset="0"/>
              <a:buChar char="•"/>
            </a:pPr>
            <a:r>
              <a:rPr lang="en-IN" dirty="0"/>
              <a:t>Comparison Report </a:t>
            </a:r>
          </a:p>
          <a:p>
            <a:pPr marL="285750" lvl="0" indent="-285750">
              <a:buFont typeface="Arial" panose="020B0604020202020204" pitchFamily="34" charset="0"/>
              <a:buChar char="•"/>
            </a:pPr>
            <a:r>
              <a:rPr lang="en-IN" dirty="0"/>
              <a:t>Efficient Use of DSA </a:t>
            </a:r>
          </a:p>
          <a:p>
            <a:endParaRPr lang="en-IN" dirty="0"/>
          </a:p>
        </p:txBody>
      </p:sp>
      <p:pic>
        <p:nvPicPr>
          <p:cNvPr id="5" name="Picture 4">
            <a:extLst>
              <a:ext uri="{FF2B5EF4-FFF2-40B4-BE49-F238E27FC236}">
                <a16:creationId xmlns:a16="http://schemas.microsoft.com/office/drawing/2014/main" id="{BD6AF64E-F691-CA7F-5933-9CF50043C27E}"/>
              </a:ext>
            </a:extLst>
          </p:cNvPr>
          <p:cNvPicPr>
            <a:picLocks noChangeAspect="1"/>
          </p:cNvPicPr>
          <p:nvPr/>
        </p:nvPicPr>
        <p:blipFill>
          <a:blip r:embed="rId3"/>
          <a:stretch>
            <a:fillRect/>
          </a:stretch>
        </p:blipFill>
        <p:spPr>
          <a:xfrm>
            <a:off x="0" y="0"/>
            <a:ext cx="1464538" cy="606016"/>
          </a:xfrm>
          <a:prstGeom prst="rect">
            <a:avLst/>
          </a:prstGeom>
        </p:spPr>
      </p:pic>
    </p:spTree>
    <p:extLst>
      <p:ext uri="{BB962C8B-B14F-4D97-AF65-F5344CB8AC3E}">
        <p14:creationId xmlns:p14="http://schemas.microsoft.com/office/powerpoint/2010/main" val="402851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7AABE-6A38-E99D-9190-A7919506082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6200E7B-B7D7-D609-F9E4-928C2EDAE9DE}"/>
              </a:ext>
            </a:extLst>
          </p:cNvPr>
          <p:cNvPicPr>
            <a:picLocks noChangeAspect="1"/>
          </p:cNvPicPr>
          <p:nvPr/>
        </p:nvPicPr>
        <p:blipFill>
          <a:blip r:embed="rId3"/>
          <a:stretch>
            <a:fillRect/>
          </a:stretch>
        </p:blipFill>
        <p:spPr>
          <a:xfrm>
            <a:off x="0" y="0"/>
            <a:ext cx="1464538" cy="606016"/>
          </a:xfrm>
          <a:prstGeom prst="rect">
            <a:avLst/>
          </a:prstGeom>
        </p:spPr>
      </p:pic>
      <p:sp>
        <p:nvSpPr>
          <p:cNvPr id="6" name="TextBox 5">
            <a:extLst>
              <a:ext uri="{FF2B5EF4-FFF2-40B4-BE49-F238E27FC236}">
                <a16:creationId xmlns:a16="http://schemas.microsoft.com/office/drawing/2014/main" id="{34FCA2F6-6EBF-530A-CB9F-AA3BC47EE579}"/>
              </a:ext>
            </a:extLst>
          </p:cNvPr>
          <p:cNvSpPr txBox="1"/>
          <p:nvPr/>
        </p:nvSpPr>
        <p:spPr>
          <a:xfrm>
            <a:off x="1612900" y="2844225"/>
            <a:ext cx="8966200" cy="584775"/>
          </a:xfrm>
          <a:prstGeom prst="rect">
            <a:avLst/>
          </a:prstGeom>
          <a:noFill/>
        </p:spPr>
        <p:txBody>
          <a:bodyPr wrap="square" rtlCol="0">
            <a:spAutoFit/>
          </a:bodyPr>
          <a:lstStyle/>
          <a:p>
            <a:pPr algn="ctr"/>
            <a:r>
              <a:rPr lang="en-IN" sz="3200" dirty="0">
                <a:latin typeface="+mj-lt"/>
              </a:rPr>
              <a:t>THANK YOU</a:t>
            </a:r>
          </a:p>
        </p:txBody>
      </p:sp>
    </p:spTree>
    <p:extLst>
      <p:ext uri="{BB962C8B-B14F-4D97-AF65-F5344CB8AC3E}">
        <p14:creationId xmlns:p14="http://schemas.microsoft.com/office/powerpoint/2010/main" val="208990832"/>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Archway</Template>
  <TotalTime>724</TotalTime>
  <Words>582</Words>
  <Application>Microsoft Office PowerPoint</Application>
  <PresentationFormat>Widescreen</PresentationFormat>
  <Paragraphs>50</Paragraphs>
  <Slides>9</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Felix Titling</vt:lpstr>
      <vt:lpstr>Goudy Old Style</vt:lpstr>
      <vt:lpstr>Archway</vt:lpstr>
      <vt:lpstr>HashPlag Detect SYSTEM </vt:lpstr>
      <vt:lpstr>Abstract   </vt:lpstr>
      <vt:lpstr>Problem Statement </vt:lpstr>
      <vt:lpstr>Proposed Functionalities </vt:lpstr>
      <vt:lpstr>PowerPoint Presentation</vt:lpstr>
      <vt:lpstr>Tools and Technologies  </vt:lpstr>
      <vt:lpstr>WORKFLOW</vt:lpstr>
      <vt:lpstr>Expected Outcome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Durga vara Prasad Raju Namburi</dc:creator>
  <cp:lastModifiedBy>Soumya Manasa</cp:lastModifiedBy>
  <cp:revision>2</cp:revision>
  <dcterms:created xsi:type="dcterms:W3CDTF">2026-08-19T14:56:30Z</dcterms:created>
  <dcterms:modified xsi:type="dcterms:W3CDTF">2026-10-12T05:00:02Z</dcterms:modified>
</cp:coreProperties>
</file>